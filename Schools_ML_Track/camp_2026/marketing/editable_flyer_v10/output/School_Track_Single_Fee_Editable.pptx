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fe2c8d0ea4415a" /><Relationship Type="http://schemas.openxmlformats.org/officeDocument/2006/relationships/extended-properties" Target="/docProps/app.xml" Id="R9f43a4e1ca5b4925" /><Relationship Type="http://schemas.openxmlformats.org/officeDocument/2006/relationships/officeDocument" Target="/ppt/presentation.xml" Id="R67add4f99ae841c4" /></Relationships>
</file>

<file path=ppt/presentation.xml><?xml version="1.0" encoding="utf-8"?>
<p:presentation xmlns:p="http://schemas.openxmlformats.org/presentationml/2006/main">
  <p:sldMasterIdLst>
    <p:sldMasterId xmlns:r="http://schemas.openxmlformats.org/officeDocument/2006/relationships" id="2147483648" r:id="R0e3822bea9d749fb"/>
  </p:sldMasterIdLst>
  <p:notesMasterIdLst>
    <p:notesMasterId xmlns:r="http://schemas.openxmlformats.org/officeDocument/2006/relationships" r:id="Rf8ed54fd810d4d16"/>
  </p:notesMasterIdLst>
  <p:sldIdLst>
    <p:sldId xmlns:r="http://schemas.openxmlformats.org/officeDocument/2006/relationships" id="256" r:id="R6b28ce8e799345ac"/>
  </p:sldIdLst>
  <p:sldSz cx="9753600" cy="158496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3f3b64b52246b6" /><Relationship Type="http://schemas.openxmlformats.org/officeDocument/2006/relationships/slideMaster" Target="/ppt/slideMasters/slideMaster1.xml" Id="R0e3822bea9d749fb" /><Relationship Type="http://schemas.openxmlformats.org/officeDocument/2006/relationships/notesMaster" Target="/ppt/notesMasters/notesMaster1.xml" Id="Rf8ed54fd810d4d16" /><Relationship Type="http://schemas.openxmlformats.org/officeDocument/2006/relationships/presProps" Target="/ppt/presProps.xml" Id="R42fb506749db478c" /><Relationship Type="http://schemas.openxmlformats.org/officeDocument/2006/relationships/tableStyles" Target="/ppt/tableStyles.xml" Id="Rc4dbecc0e82b4663" /><Relationship Type="http://schemas.openxmlformats.org/officeDocument/2006/relationships/slide" Target="/ppt/slides/slide1.xml" Id="R6b28ce8e799345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8d0bf710424a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08197ca7fc41f5" /><Relationship Type="http://schemas.openxmlformats.org/officeDocument/2006/relationships/notesMaster" Target="/ppt/notesMasters/notesMaster1.xml" Id="Rb18829bfd9214a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Blended portrait revision</a:t>
            </a:r>
          </a:p>
          <a:p xmlns:a="http://schemas.openxmlformats.org/drawingml/2006/main">
            <a:r>
              <a:t/>
            </a:r>
          </a:p>
          <a:p xmlns:a="http://schemas.openxmlformats.org/drawingml/2006/main">
            <a:r>
              <a:t>The visible portrait uses the original organiser-supplied JPEG. RGB pixels were copied directly from that photograph; only the alpha channel changed. A non-generative Apple Vision foreground mask removes the grey background. The mask boundary is contracted by three source pixels and softened by a 1.4-pixel blur. A short alpha fade at the photo's side and bottom edges prevents a hard rectangular cutoff. The face, clothing, pose and original 1856:2292 proportions are preserved. No face or body was generated, reshaped or retouched.</a:t>
            </a:r>
          </a:p>
          <a:p xmlns:a="http://schemas.openxmlformats.org/drawingml/2006/main">
            <a:r>
              <a:t/>
            </a:r>
          </a:p>
          <a:p xmlns:a="http://schemas.openxmlformats.org/drawingml/2006/main">
            <a:r>
              <a:t>Classroom, desk and decorative background artwork is retained from the prior original-style reconstruction. All copy, learning ticks, illustrated outcomes, library logos, fees and QR are unchanged from the outcomes edition. Source icon URLs and license notices are included in assets. The QR points to https://wa.me/256750990718.</a:t>
            </a:r>
          </a:p>
          <a:p xmlns:a="http://schemas.openxmlformats.org/drawingml/2006/main">
            <a:r>
              <a:t/>
            </a:r>
          </a:p>
          <a:p xmlns:a="http://schemas.openxmlformats.org/drawingml/2006/main">
            <a:r>
              <a:t/>
            </a:r>
          </a:p>
          <a:p xmlns:a="http://schemas.openxmlformats.org/drawingml/2006/main">
            <a:r>
              <a:t>Compact edition: the desk, books, mug and repeated footer slogan are removed. The eligibility line is retained beneath the booking block. All other content and the portrait asset are unchanged. Canvas: 1024 × 1664.</a:t>
            </a:r>
          </a:p>
          <a:p xmlns:a="http://schemas.openxmlformats.org/drawingml/2006/main">
            <a:r>
              <a:t/>
            </a:r>
          </a:p>
          <a:p xmlns:a="http://schemas.openxmlformats.org/drawingml/2006/main">
            <a:r>
              <a:t>Audience-first edition: eligibility leads in a navy banner; Only 15 places is highlighted in yellow. Canvas remains 1024 × 1664.</a:t>
            </a:r>
          </a:p>
          <a:p xmlns:a="http://schemas.openxmlformats.org/drawingml/2006/main">
            <a:r>
              <a:t/>
            </a:r>
          </a:p>
          <a:p xmlns:a="http://schemas.openxmlformats.org/drawingml/2006/main">
            <a:r>
              <a:t>Typography edition: larger supporting text, regular-width skills, clearer hierarchy and a full-width email line. Same 1024 × 1664 canvas and unchanged portrait asset.</a:t>
            </a:r>
          </a:p>
          <a:p xmlns:a="http://schemas.openxmlformats.org/drawingml/2006/main">
            <a:r>
              <a:t/>
            </a:r>
          </a:p>
          <a:p xmlns:a="http://schemas.openxmlformats.org/drawingml/2006/main">
            <a:r>
              <a:t>Pricing updated by organiser on 30 September 2026: UGX 1,000,000 per learner for groups of 1–5. This supersedes the previous two-tier prices.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58c0a0b001455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137f66c61b7437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d01a4f14c3f40c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9bd23a23d9c4fc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79e87caff36443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d160d5a08814e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0258F0-1AEC-495E-9F48-1BF9EF4AFE05}"/>
              </a:ext>
            </a:extLst>
          </p:cNvPr>
          <p:cNvSpPr>
            <a:spLocks xmlns:a="http://schemas.openxmlformats.org/drawingml/2006/main" noGrp="1"/>
          </p:cNvSpPr>
          <p:nvPr>
            <p:ph type="title" idx="0"/>
          </p:nvPr>
        </p:nvSpPr>
        <p:spPr>
          <a:xfrm xmlns:a="http://schemas.openxmlformats.org/drawingml/2006/main">
            <a:off x="975360" y="5987627"/>
            <a:ext cx="7802880" cy="22893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BEB994F-227F-424C-8862-DB9C116E40B2}"/>
              </a:ext>
            </a:extLst>
          </p:cNvPr>
          <p:cNvSpPr>
            <a:spLocks xmlns:a="http://schemas.openxmlformats.org/drawingml/2006/main" noGrp="1"/>
          </p:cNvSpPr>
          <p:nvPr>
            <p:ph type="subTitle" idx="1"/>
          </p:nvPr>
        </p:nvSpPr>
        <p:spPr>
          <a:xfrm xmlns:a="http://schemas.openxmlformats.org/drawingml/2006/main">
            <a:off x="1463040" y="8717280"/>
            <a:ext cx="6827520" cy="17610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D0370BB-7E3B-476C-AEFD-A707C5E1511F}"/>
              </a:ext>
            </a:extLst>
          </p:cNvPr>
          <p:cNvSpPr>
            <a:spLocks xmlns:a="http://schemas.openxmlformats.org/drawingml/2006/main" noGrp="1"/>
          </p:cNvSpPr>
          <p:nvPr>
            <p:ph type="title" idx="0"/>
          </p:nvPr>
        </p:nvSpPr>
        <p:spPr>
          <a:xfrm xmlns:a="http://schemas.openxmlformats.org/drawingml/2006/main">
            <a:off x="975360" y="6604000"/>
            <a:ext cx="7802880" cy="2641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F77C19-9039-4E73-8BBF-39501A21BD33}"/>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AF5A024-2D5B-4814-A74B-D064B094F018}"/>
              </a:ext>
            </a:extLst>
          </p:cNvPr>
          <p:cNvSpPr>
            <a:spLocks xmlns:a="http://schemas.openxmlformats.org/drawingml/2006/main" noGrp="1"/>
          </p:cNvSpPr>
          <p:nvPr>
            <p:ph type="body" idx="1"/>
          </p:nvPr>
        </p:nvSpPr>
        <p:spPr>
          <a:xfrm xmlns:a="http://schemas.openxmlformats.org/drawingml/2006/main">
            <a:off x="548640" y="4402667"/>
            <a:ext cx="865632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8C505D1-05B0-46F6-BA04-1D3CE0C4EA06}"/>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2BD7DDD-44D0-4A3A-8795-D456D0A9DE34}"/>
              </a:ext>
            </a:extLst>
          </p:cNvPr>
          <p:cNvSpPr>
            <a:spLocks xmlns:a="http://schemas.openxmlformats.org/drawingml/2006/main" noGrp="1"/>
          </p:cNvSpPr>
          <p:nvPr>
            <p:ph type="body" idx="1"/>
          </p:nvPr>
        </p:nvSpPr>
        <p:spPr>
          <a:xfrm xmlns:a="http://schemas.openxmlformats.org/drawingml/2006/main">
            <a:off x="54864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4BE156E-B144-417F-BFDA-EBF340FD806F}"/>
              </a:ext>
            </a:extLst>
          </p:cNvPr>
          <p:cNvSpPr>
            <a:spLocks xmlns:a="http://schemas.openxmlformats.org/drawingml/2006/main" noGrp="1"/>
          </p:cNvSpPr>
          <p:nvPr>
            <p:ph type="body" idx="2"/>
          </p:nvPr>
        </p:nvSpPr>
        <p:spPr>
          <a:xfrm xmlns:a="http://schemas.openxmlformats.org/drawingml/2006/main">
            <a:off x="518160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3328B8-0ECB-4B5F-88D4-AF8677CEEEB7}"/>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0EF15B-C793-4E8C-9109-A7375F194CB4}"/>
              </a:ext>
            </a:extLst>
          </p:cNvPr>
          <p:cNvSpPr>
            <a:spLocks xmlns:a="http://schemas.openxmlformats.org/drawingml/2006/main" noGrp="1"/>
          </p:cNvSpPr>
          <p:nvPr>
            <p:ph type="body" idx="1"/>
          </p:nvPr>
        </p:nvSpPr>
        <p:spPr>
          <a:xfrm xmlns:a="http://schemas.openxmlformats.org/drawingml/2006/main">
            <a:off x="54864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e058d095a84e40" /><Relationship Type="http://schemas.openxmlformats.org/officeDocument/2006/relationships/slideLayout" Target="/ppt/slideLayouts/slideLayout1.xml" Id="R8c04b936f93d4756" /><Relationship Type="http://schemas.openxmlformats.org/officeDocument/2006/relationships/slideLayout" Target="/ppt/slideLayouts/slideLayout2.xml" Id="Rf99dcf8712104936" /><Relationship Type="http://schemas.openxmlformats.org/officeDocument/2006/relationships/slideLayout" Target="/ppt/slideLayouts/slideLayout3.xml" Id="R800e817060b04e7f" /><Relationship Type="http://schemas.openxmlformats.org/officeDocument/2006/relationships/slideLayout" Target="/ppt/slideLayouts/slideLayout4.xml" Id="R8804164a88f0498a" /><Relationship Type="http://schemas.openxmlformats.org/officeDocument/2006/relationships/slideLayout" Target="/ppt/slideLayouts/slideLayout5.xml" Id="Rd60c73bf929d4e59" /><Relationship Type="http://schemas.openxmlformats.org/officeDocument/2006/relationships/slideLayout" Target="/ppt/slideLayouts/slideLayout6.xml" Id="R86b0616f17a748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04b936f93d4756"/>
    <p:sldLayoutId xmlns:r="http://schemas.openxmlformats.org/officeDocument/2006/relationships" id="2147483650" r:id="Rf99dcf8712104936"/>
    <p:sldLayoutId xmlns:r="http://schemas.openxmlformats.org/officeDocument/2006/relationships" id="2147483651" r:id="R800e817060b04e7f"/>
    <p:sldLayoutId xmlns:r="http://schemas.openxmlformats.org/officeDocument/2006/relationships" id="2147483652" r:id="R8804164a88f0498a"/>
    <p:sldLayoutId xmlns:r="http://schemas.openxmlformats.org/officeDocument/2006/relationships" id="2147483653" r:id="Rd60c73bf929d4e59"/>
    <p:sldLayoutId xmlns:r="http://schemas.openxmlformats.org/officeDocument/2006/relationships" id="2147483654" r:id="R86b0616f17a748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b490d2c9ac149b8" /><Relationship Type="http://schemas.openxmlformats.org/officeDocument/2006/relationships/image" Target="/ppt/media/image.png" Id="Ref8e5460fcb14c82" /><Relationship Type="http://schemas.openxmlformats.org/officeDocument/2006/relationships/image" Target="/ppt/media/image2.png" Id="R22371d7337124e67" /><Relationship Type="http://schemas.openxmlformats.org/officeDocument/2006/relationships/image" Target="/ppt/media/image3.png" Id="R3655d33d046b42c6" /><Relationship Type="http://schemas.openxmlformats.org/officeDocument/2006/relationships/image" Target="/ppt/media/image4.png" Id="Rd92b286785c94564" /><Relationship Type="http://schemas.openxmlformats.org/officeDocument/2006/relationships/image" Target="/ppt/media/image5.png" Id="R60371d58349a4b99" /><Relationship Type="http://schemas.openxmlformats.org/officeDocument/2006/relationships/image" Target="/ppt/media/image6.png" Id="R029e02c7ff31472c" /><Relationship Type="http://schemas.openxmlformats.org/officeDocument/2006/relationships/image" Target="/ppt/media/image7.png" Id="Rb0c95e0209df4bd4" /><Relationship Type="http://schemas.openxmlformats.org/officeDocument/2006/relationships/image" Target="/ppt/media/image8.png" Id="R929e72aec46746f4" /><Relationship Type="http://schemas.openxmlformats.org/officeDocument/2006/relationships/image" Target="/ppt/media/image9.png" Id="R7dbd7c957fed472e" /><Relationship Type="http://schemas.openxmlformats.org/officeDocument/2006/relationships/image" Target="/ppt/media/image10.png" Id="R8994e8208745464a" /><Relationship Type="http://schemas.openxmlformats.org/officeDocument/2006/relationships/image" Target="/ppt/media/image11.png" Id="R3c14b49e74214caa" /><Relationship Type="http://schemas.openxmlformats.org/officeDocument/2006/relationships/image" Target="/ppt/media/image12.png" Id="R016e883c35584d51" /><Relationship Type="http://schemas.openxmlformats.org/officeDocument/2006/relationships/image" Target="/ppt/media/image13.png" Id="R0c6b89ba491c47f2" /><Relationship Type="http://schemas.openxmlformats.org/officeDocument/2006/relationships/image" Target="/ppt/media/image14.png" Id="R5e2d1da4fe814bc8" /><Relationship Type="http://schemas.openxmlformats.org/officeDocument/2006/relationships/image" Target="/ppt/media/image15.png" Id="Race07c895a2940e9" /><Relationship Type="http://schemas.openxmlformats.org/officeDocument/2006/relationships/image" Target="/ppt/media/image16.png" Id="R02199e6f989e4f38" /><Relationship Type="http://schemas.openxmlformats.org/officeDocument/2006/relationships/image" Target="/ppt/media/image17.png" Id="R94ccfd149ea1416d" /><Relationship Type="http://schemas.openxmlformats.org/officeDocument/2006/relationships/image" Target="/ppt/media/image18.png" Id="R41f489410bf74518" /><Relationship Type="http://schemas.openxmlformats.org/officeDocument/2006/relationships/image" Target="/ppt/media/image19.png" Id="R1dc40a35c21a45d3" /><Relationship Type="http://schemas.openxmlformats.org/officeDocument/2006/relationships/image" Target="/ppt/media/image20.png" Id="R9ad86552c6b644ee" /><Relationship Type="http://schemas.openxmlformats.org/officeDocument/2006/relationships/image" Target="/ppt/media/image21.png" Id="R28a4c5332f414e3b" /><Relationship Type="http://schemas.openxmlformats.org/officeDocument/2006/relationships/image" Target="/ppt/media/image22.png" Id="Rf1343b89158c4838" /><Relationship Type="http://schemas.openxmlformats.org/officeDocument/2006/relationships/image" Target="/ppt/media/image23.png" Id="R96b04d21f4214cfc" /><Relationship Type="http://schemas.openxmlformats.org/officeDocument/2006/relationships/image" Target="/ppt/media/image24.png" Id="R96744f8959104d73" /><Relationship Type="http://schemas.openxmlformats.org/officeDocument/2006/relationships/image" Target="/ppt/media/image25.png" Id="R1873f2450d4c47a6" /><Relationship Type="http://schemas.openxmlformats.org/officeDocument/2006/relationships/image" Target="/ppt/media/image26.png" Id="R9151cf6d827d49a4" /><Relationship Type="http://schemas.openxmlformats.org/officeDocument/2006/relationships/image" Target="/ppt/media/image27.png" Id="R22ddda5bb73a4625" /><Relationship Type="http://schemas.openxmlformats.org/officeDocument/2006/relationships/image" Target="/ppt/media/image28.png" Id="R4a03e0dbab3b40f1" /><Relationship Type="http://schemas.openxmlformats.org/officeDocument/2006/relationships/image" Target="/ppt/media/image29.png" Id="R5b5b470136a94c77" /><Relationship Type="http://schemas.openxmlformats.org/officeDocument/2006/relationships/image" Target="/ppt/media/image30.png" Id="Rc0f24f40fd6d42cb" /><Relationship Type="http://schemas.openxmlformats.org/officeDocument/2006/relationships/notesSlide" Target="/ppt/notesSlides/notesSlide1.xml" Id="R246e452b19304e6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4" name=""/>
          <p:cNvPicPr>
            <a:picLocks xmlns:a="http://schemas.openxmlformats.org/drawingml/2006/main" noChangeAspect="1"/>
          </p:cNvPicPr>
          <p:nvPr/>
        </p:nvPicPr>
        <p:blipFill>
          <a:blip xmlns:r="http://schemas.openxmlformats.org/officeDocument/2006/relationships" xmlns:a="http://schemas.openxmlformats.org/drawingml/2006/main" r:embed="Ref8e5460fcb14c82"/>
          <a:stretch xmlns:a="http://schemas.openxmlformats.org/drawingml/2006/main"/>
        </p:blipFill>
        <p:spPr>
          <a:xfrm xmlns:a="http://schemas.openxmlformats.org/drawingml/2006/main">
            <a:off x="0" y="0"/>
            <a:ext cx="9753600" cy="5886450"/>
          </a:xfrm>
          <a:prstGeom xmlns:a="http://schemas.openxmlformats.org/drawingml/2006/main" prst="rect">
            <a:avLst/>
          </a:prstGeom>
        </p:spPr>
      </p:pic>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22371d7337124e67"/>
          <a:stretch xmlns:a="http://schemas.openxmlformats.org/drawingml/2006/main"/>
        </p:blipFill>
        <p:spPr>
          <a:xfrm xmlns:a="http://schemas.openxmlformats.org/drawingml/2006/main">
            <a:off x="0" y="0"/>
            <a:ext cx="5334000" cy="5886450"/>
          </a:xfrm>
          <a:prstGeom xmlns:a="http://schemas.openxmlformats.org/drawingml/2006/main" prst="rect">
            <a:avLst/>
          </a:prstGeom>
        </p:spPr>
      </p:pic>
      <p:sp>
        <p:nvSpPr>
          <p:cNvPr id="3" name="Intake">
            <a:extLst xmlns:a="http://schemas.openxmlformats.org/drawingml/2006/main">
              <a:ext uri="{FF2B5EF4-FFF2-40B4-BE49-F238E27FC236}">
                <a16:creationId xmlns:a16="http://schemas.microsoft.com/office/drawing/2014/main" id="{0A38109F-A6FA-4356-9EF1-6DD379B5561F}"/>
              </a:ext>
            </a:extLst>
          </p:cNvPr>
          <p:cNvSpPr>
            <a:spLocks xmlns:a="http://schemas.openxmlformats.org/drawingml/2006/main" noGrp="1"/>
          </p:cNvSpPr>
          <p:nvPr/>
        </p:nvSpPr>
        <p:spPr>
          <a:xfrm xmlns:a="http://schemas.openxmlformats.org/drawingml/2006/main" rot="0">
            <a:off x="400050" y="4667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00496A"/>
                </a:solidFill>
                <a:latin typeface="Arial"/>
                <a:ea typeface="Arial"/>
                <a:cs typeface="Arial"/>
              </a:defRPr>
            </a:pPr>
            <a:r>
              <a:rPr sz="1875" b="1">
                <a:solidFill>
                  <a:srgbClr val="00496A"/>
                </a:solidFill>
                <a:latin typeface="Arial"/>
                <a:ea typeface="Arial"/>
                <a:cs typeface="Arial"/>
              </a:rPr>
              <a:t>DECEMBER 2026 INTAKE</a:t>
            </a:r>
          </a:p>
        </p:txBody>
      </p:sp>
      <p:sp>
        <p:nvSpPr>
          <p:cNvPr id="4" name="Holiday title">
            <a:extLst xmlns:a="http://schemas.openxmlformats.org/drawingml/2006/main">
              <a:ext uri="{FF2B5EF4-FFF2-40B4-BE49-F238E27FC236}">
                <a16:creationId xmlns:a16="http://schemas.microsoft.com/office/drawing/2014/main" id="{D95E1D59-6407-42F7-BA1F-C51717953424}"/>
              </a:ext>
            </a:extLst>
          </p:cNvPr>
          <p:cNvSpPr>
            <a:spLocks xmlns:a="http://schemas.openxmlformats.org/drawingml/2006/main" noGrp="1"/>
          </p:cNvSpPr>
          <p:nvPr/>
        </p:nvSpPr>
        <p:spPr>
          <a:xfrm xmlns:a="http://schemas.openxmlformats.org/drawingml/2006/main" rot="0">
            <a:off x="333375" y="723900"/>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75" b="0">
                <a:solidFill>
                  <a:srgbClr val="002342"/>
                </a:solidFill>
                <a:latin typeface="Arial Black"/>
                <a:ea typeface="Arial Black"/>
                <a:cs typeface="Arial Black"/>
              </a:defRPr>
            </a:pPr>
            <a:r>
              <a:rPr sz="7575" b="0">
                <a:solidFill>
                  <a:srgbClr val="002342"/>
                </a:solidFill>
                <a:latin typeface="Arial Black"/>
                <a:ea typeface="Arial Black"/>
                <a:cs typeface="Arial Black"/>
              </a:rPr>
              <a:t>HOLIDAY</a:t>
            </a:r>
          </a:p>
        </p:txBody>
      </p:sp>
      <p:sp>
        <p:nvSpPr>
          <p:cNvPr id="5" name="Data title">
            <a:extLst xmlns:a="http://schemas.openxmlformats.org/drawingml/2006/main">
              <a:ext uri="{FF2B5EF4-FFF2-40B4-BE49-F238E27FC236}">
                <a16:creationId xmlns:a16="http://schemas.microsoft.com/office/drawing/2014/main" id="{600D8DD9-DF67-4F5B-B035-7A92237E1516}"/>
              </a:ext>
            </a:extLst>
          </p:cNvPr>
          <p:cNvSpPr>
            <a:spLocks xmlns:a="http://schemas.openxmlformats.org/drawingml/2006/main" noGrp="1"/>
          </p:cNvSpPr>
          <p:nvPr/>
        </p:nvSpPr>
        <p:spPr>
          <a:xfrm xmlns:a="http://schemas.openxmlformats.org/drawingml/2006/main" rot="0">
            <a:off x="342900" y="1676400"/>
            <a:ext cx="3048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800" b="0">
                <a:solidFill>
                  <a:srgbClr val="007DDD"/>
                </a:solidFill>
                <a:latin typeface="Arial Black"/>
                <a:ea typeface="Arial Black"/>
                <a:cs typeface="Arial Black"/>
              </a:defRPr>
            </a:pPr>
            <a:r>
              <a:rPr sz="7800" b="0">
                <a:solidFill>
                  <a:srgbClr val="007DDD"/>
                </a:solidFill>
                <a:latin typeface="Arial Black"/>
                <a:ea typeface="Arial Black"/>
                <a:cs typeface="Arial Black"/>
              </a:rPr>
              <a:t>DATA</a:t>
            </a:r>
          </a:p>
        </p:txBody>
      </p:sp>
      <p:sp>
        <p:nvSpPr>
          <p:cNvPr id="6" name="Ampersand">
            <a:extLst xmlns:a="http://schemas.openxmlformats.org/drawingml/2006/main">
              <a:ext uri="{FF2B5EF4-FFF2-40B4-BE49-F238E27FC236}">
                <a16:creationId xmlns:a16="http://schemas.microsoft.com/office/drawing/2014/main" id="{3E0F1409-7C54-4921-A22B-52BAAA6BA86E}"/>
              </a:ext>
            </a:extLst>
          </p:cNvPr>
          <p:cNvSpPr>
            <a:spLocks xmlns:a="http://schemas.openxmlformats.org/drawingml/2006/main" noGrp="1"/>
          </p:cNvSpPr>
          <p:nvPr/>
        </p:nvSpPr>
        <p:spPr>
          <a:xfrm xmlns:a="http://schemas.openxmlformats.org/drawingml/2006/main" rot="0">
            <a:off x="3257550" y="1676400"/>
            <a:ext cx="9048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0" b="0">
                <a:solidFill>
                  <a:srgbClr val="692BCB"/>
                </a:solidFill>
                <a:latin typeface="Arial Black"/>
                <a:ea typeface="Arial Black"/>
                <a:cs typeface="Arial Black"/>
              </a:defRPr>
            </a:pPr>
            <a:r>
              <a:rPr sz="7500" b="0">
                <a:solidFill>
                  <a:srgbClr val="692BCB"/>
                </a:solidFill>
                <a:latin typeface="Arial Black"/>
                <a:ea typeface="Arial Black"/>
                <a:cs typeface="Arial Black"/>
              </a:rPr>
              <a:t>&amp;</a:t>
            </a:r>
          </a:p>
        </p:txBody>
      </p:sp>
      <p:sp>
        <p:nvSpPr>
          <p:cNvPr id="7" name="AI title">
            <a:extLst xmlns:a="http://schemas.openxmlformats.org/drawingml/2006/main">
              <a:ext uri="{FF2B5EF4-FFF2-40B4-BE49-F238E27FC236}">
                <a16:creationId xmlns:a16="http://schemas.microsoft.com/office/drawing/2014/main" id="{56E0BCF9-68DD-481D-8150-A3C72C8BC9DF}"/>
              </a:ext>
            </a:extLst>
          </p:cNvPr>
          <p:cNvSpPr>
            <a:spLocks xmlns:a="http://schemas.openxmlformats.org/drawingml/2006/main" noGrp="1"/>
          </p:cNvSpPr>
          <p:nvPr/>
        </p:nvSpPr>
        <p:spPr>
          <a:xfrm xmlns:a="http://schemas.openxmlformats.org/drawingml/2006/main" rot="0">
            <a:off x="4162425" y="1676400"/>
            <a:ext cx="12763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0" b="0">
                <a:solidFill>
                  <a:srgbClr val="0349D2"/>
                </a:solidFill>
                <a:latin typeface="Arial Black"/>
                <a:ea typeface="Arial Black"/>
                <a:cs typeface="Arial Black"/>
              </a:defRPr>
            </a:pPr>
            <a:r>
              <a:rPr sz="7500" b="0">
                <a:solidFill>
                  <a:srgbClr val="0349D2"/>
                </a:solidFill>
                <a:latin typeface="Arial Black"/>
                <a:ea typeface="Arial Black"/>
                <a:cs typeface="Arial Black"/>
              </a:rPr>
              <a:t>AI</a:t>
            </a:r>
          </a:p>
        </p:txBody>
      </p:sp>
      <p:sp>
        <p:nvSpPr>
          <p:cNvPr id="8" name="Camp title">
            <a:extLst xmlns:a="http://schemas.openxmlformats.org/drawingml/2006/main">
              <a:ext uri="{FF2B5EF4-FFF2-40B4-BE49-F238E27FC236}">
                <a16:creationId xmlns:a16="http://schemas.microsoft.com/office/drawing/2014/main" id="{B57ABF5D-BF33-4A05-B2B2-2F3690C19511}"/>
              </a:ext>
            </a:extLst>
          </p:cNvPr>
          <p:cNvSpPr>
            <a:spLocks xmlns:a="http://schemas.openxmlformats.org/drawingml/2006/main" noGrp="1"/>
          </p:cNvSpPr>
          <p:nvPr/>
        </p:nvSpPr>
        <p:spPr>
          <a:xfrm xmlns:a="http://schemas.openxmlformats.org/drawingml/2006/main" rot="0">
            <a:off x="342900" y="2571750"/>
            <a:ext cx="4381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800" b="0">
                <a:solidFill>
                  <a:srgbClr val="002342"/>
                </a:solidFill>
                <a:latin typeface="Arial Black"/>
                <a:ea typeface="Arial Black"/>
                <a:cs typeface="Arial Black"/>
              </a:defRPr>
            </a:pPr>
            <a:r>
              <a:rPr sz="7800" b="0">
                <a:solidFill>
                  <a:srgbClr val="002342"/>
                </a:solidFill>
                <a:latin typeface="Arial Black"/>
                <a:ea typeface="Arial Black"/>
                <a:cs typeface="Arial Black"/>
              </a:rPr>
              <a:t>CAMP</a:t>
            </a:r>
          </a:p>
        </p:txBody>
      </p:sp>
      <p:sp>
        <p:nvSpPr>
          <p:cNvPr id="9" name="Promise line one">
            <a:extLst xmlns:a="http://schemas.openxmlformats.org/drawingml/2006/main">
              <a:ext uri="{FF2B5EF4-FFF2-40B4-BE49-F238E27FC236}">
                <a16:creationId xmlns:a16="http://schemas.microsoft.com/office/drawing/2014/main" id="{DA9BFDB9-B277-4F84-B945-66EB2D92A6FC}"/>
              </a:ext>
            </a:extLst>
          </p:cNvPr>
          <p:cNvSpPr>
            <a:spLocks xmlns:a="http://schemas.openxmlformats.org/drawingml/2006/main" noGrp="1"/>
          </p:cNvSpPr>
          <p:nvPr/>
        </p:nvSpPr>
        <p:spPr>
          <a:xfrm xmlns:a="http://schemas.openxmlformats.org/drawingml/2006/main" rot="0">
            <a:off x="390525" y="39909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002342"/>
                </a:solidFill>
                <a:latin typeface="Arial"/>
                <a:ea typeface="Arial"/>
                <a:cs typeface="Arial"/>
              </a:defRPr>
            </a:pPr>
            <a:r>
              <a:rPr sz="2250" b="1">
                <a:solidFill>
                  <a:srgbClr val="002342"/>
                </a:solidFill>
                <a:latin typeface="Arial"/>
                <a:ea typeface="Arial"/>
                <a:cs typeface="Arial"/>
              </a:rPr>
              <a:t>Practical skills. Real projects.</a:t>
            </a:r>
          </a:p>
        </p:txBody>
      </p:sp>
      <p:sp>
        <p:nvSpPr>
          <p:cNvPr id="10" name="Promise line two">
            <a:extLst xmlns:a="http://schemas.openxmlformats.org/drawingml/2006/main">
              <a:ext uri="{FF2B5EF4-FFF2-40B4-BE49-F238E27FC236}">
                <a16:creationId xmlns:a16="http://schemas.microsoft.com/office/drawing/2014/main" id="{BD0A9207-B545-4623-9E5A-575262F374FB}"/>
              </a:ext>
            </a:extLst>
          </p:cNvPr>
          <p:cNvSpPr>
            <a:spLocks xmlns:a="http://schemas.openxmlformats.org/drawingml/2006/main" noGrp="1"/>
          </p:cNvSpPr>
          <p:nvPr/>
        </p:nvSpPr>
        <p:spPr>
          <a:xfrm xmlns:a="http://schemas.openxmlformats.org/drawingml/2006/main" rot="0">
            <a:off x="390525" y="436245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002342"/>
                </a:solidFill>
                <a:latin typeface="Arial"/>
                <a:ea typeface="Arial"/>
                <a:cs typeface="Arial"/>
              </a:defRPr>
            </a:pPr>
            <a:r>
              <a:rPr sz="2250" b="1">
                <a:solidFill>
                  <a:srgbClr val="002342"/>
                </a:solidFill>
                <a:latin typeface="Arial"/>
                <a:ea typeface="Arial"/>
                <a:cs typeface="Arial"/>
              </a:rPr>
              <a:t>Greater opportunities.</a:t>
            </a:r>
          </a:p>
        </p:txBody>
      </p:sp>
      <p:sp>
        <p:nvSpPr>
          <p:cNvPr id="11" name="Middle slogan line one">
            <a:extLst xmlns:a="http://schemas.openxmlformats.org/drawingml/2006/main">
              <a:ext uri="{FF2B5EF4-FFF2-40B4-BE49-F238E27FC236}">
                <a16:creationId xmlns:a16="http://schemas.microsoft.com/office/drawing/2014/main" id="{1F53379F-3C90-4D92-96E2-6606AEB743BD}"/>
              </a:ext>
            </a:extLst>
          </p:cNvPr>
          <p:cNvSpPr>
            <a:spLocks xmlns:a="http://schemas.openxmlformats.org/drawingml/2006/main" noGrp="1"/>
          </p:cNvSpPr>
          <p:nvPr/>
        </p:nvSpPr>
        <p:spPr>
          <a:xfrm xmlns:a="http://schemas.openxmlformats.org/drawingml/2006/main" rot="-360000">
            <a:off x="419100" y="4867275"/>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000" b="1">
                <a:solidFill>
                  <a:srgbClr val="0034C5"/>
                </a:solidFill>
                <a:latin typeface="Caveat"/>
                <a:ea typeface="Caveat"/>
                <a:cs typeface="Caveat"/>
              </a:defRPr>
            </a:pPr>
            <a:r>
              <a:rPr sz="3000" b="1">
                <a:solidFill>
                  <a:srgbClr val="0034C5"/>
                </a:solidFill>
                <a:latin typeface="Caveat"/>
                <a:ea typeface="Caveat"/>
                <a:cs typeface="Caveat"/>
              </a:rPr>
              <a:t>Skills today.</a:t>
            </a:r>
          </a:p>
        </p:txBody>
      </p:sp>
      <p:sp>
        <p:nvSpPr>
          <p:cNvPr id="12" name="Middle slogan line two">
            <a:extLst xmlns:a="http://schemas.openxmlformats.org/drawingml/2006/main">
              <a:ext uri="{FF2B5EF4-FFF2-40B4-BE49-F238E27FC236}">
                <a16:creationId xmlns:a16="http://schemas.microsoft.com/office/drawing/2014/main" id="{A3ECEBAC-FAC9-435F-ACB8-81894A64EEB5}"/>
              </a:ext>
            </a:extLst>
          </p:cNvPr>
          <p:cNvSpPr>
            <a:spLocks xmlns:a="http://schemas.openxmlformats.org/drawingml/2006/main" noGrp="1"/>
          </p:cNvSpPr>
          <p:nvPr/>
        </p:nvSpPr>
        <p:spPr>
          <a:xfrm xmlns:a="http://schemas.openxmlformats.org/drawingml/2006/main" rot="-180000">
            <a:off x="447675" y="5286375"/>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1">
                <a:solidFill>
                  <a:srgbClr val="0034C5"/>
                </a:solidFill>
                <a:latin typeface="Caveat"/>
                <a:ea typeface="Caveat"/>
                <a:cs typeface="Caveat"/>
              </a:defRPr>
            </a:pPr>
            <a:r>
              <a:rPr sz="2550" b="1">
                <a:solidFill>
                  <a:srgbClr val="0034C5"/>
                </a:solidFill>
                <a:latin typeface="Caveat"/>
                <a:ea typeface="Caveat"/>
                <a:cs typeface="Caveat"/>
              </a:rPr>
              <a:t>Greater opportunities tomorrow.</a:t>
            </a:r>
          </a:p>
        </p:txBody>
      </p:sp>
      <p:sp>
        <p:nvSpPr>
          <p:cNvPr id="13" name="Central white sheet">
            <a:extLst xmlns:a="http://schemas.openxmlformats.org/drawingml/2006/main">
              <a:ext uri="{FF2B5EF4-FFF2-40B4-BE49-F238E27FC236}">
                <a16:creationId xmlns:a16="http://schemas.microsoft.com/office/drawing/2014/main" id="{4FD20D09-AC79-4BC9-A2CC-4D9A8801F7F7}"/>
              </a:ext>
            </a:extLst>
          </p:cNvPr>
          <p:cNvSpPr>
            <a:spLocks xmlns:a="http://schemas.openxmlformats.org/drawingml/2006/main" noGrp="1"/>
          </p:cNvSpPr>
          <p:nvPr/>
        </p:nvSpPr>
        <p:spPr>
          <a:xfrm xmlns:a="http://schemas.openxmlformats.org/drawingml/2006/main" rot="0">
            <a:off x="171450" y="5886450"/>
            <a:ext cx="9420225" cy="9620250"/>
          </a:xfrm>
          <a:prstGeom xmlns:a="http://schemas.openxmlformats.org/drawingml/2006/main" prst="roundRect">
            <a:avLst>
              <a:gd name="adj" fmla="val 1820"/>
            </a:avLst>
          </a:prstGeom>
          <a:solidFill xmlns:a="http://schemas.openxmlformats.org/drawingml/2006/main">
            <a:srgbClr val="FFFFFF"/>
          </a:solidFill>
          <a:ln xmlns:a="http://schemas.openxmlformats.org/drawingml/2006/main" w="0">
            <a:noFill/>
          </a:ln>
        </p:spPr>
      </p:sp>
      <p:sp>
        <p:nvSpPr>
          <p:cNvPr id="14" name="Data Analysis panel">
            <a:extLst xmlns:a="http://schemas.openxmlformats.org/drawingml/2006/main">
              <a:ext uri="{FF2B5EF4-FFF2-40B4-BE49-F238E27FC236}">
                <a16:creationId xmlns:a16="http://schemas.microsoft.com/office/drawing/2014/main" id="{ABBA29F7-D620-4459-9AC4-6B86DBDA50E5}"/>
              </a:ext>
            </a:extLst>
          </p:cNvPr>
          <p:cNvSpPr>
            <a:spLocks xmlns:a="http://schemas.openxmlformats.org/drawingml/2006/main" noGrp="1"/>
          </p:cNvSpPr>
          <p:nvPr/>
        </p:nvSpPr>
        <p:spPr>
          <a:xfrm xmlns:a="http://schemas.openxmlformats.org/drawingml/2006/main" rot="0">
            <a:off x="295275" y="5991225"/>
            <a:ext cx="4524375" cy="4876800"/>
          </a:xfrm>
          <a:prstGeom xmlns:a="http://schemas.openxmlformats.org/drawingml/2006/main" prst="roundRect">
            <a:avLst>
              <a:gd name="adj" fmla="val 3158"/>
            </a:avLst>
          </a:prstGeom>
          <a:solidFill xmlns:a="http://schemas.openxmlformats.org/drawingml/2006/main">
            <a:srgbClr val="E6F6FE"/>
          </a:solidFill>
          <a:ln xmlns:a="http://schemas.openxmlformats.org/drawingml/2006/main" w="0">
            <a:noFill/>
          </a:ln>
        </p:spPr>
      </p:sp>
      <p:sp>
        <p:nvSpPr>
          <p:cNvPr id="15" name="Machine Learning panel">
            <a:extLst xmlns:a="http://schemas.openxmlformats.org/drawingml/2006/main">
              <a:ext uri="{FF2B5EF4-FFF2-40B4-BE49-F238E27FC236}">
                <a16:creationId xmlns:a16="http://schemas.microsoft.com/office/drawing/2014/main" id="{1E976BE9-DAE4-4639-AEBE-2C88CC886B30}"/>
              </a:ext>
            </a:extLst>
          </p:cNvPr>
          <p:cNvSpPr>
            <a:spLocks xmlns:a="http://schemas.openxmlformats.org/drawingml/2006/main" noGrp="1"/>
          </p:cNvSpPr>
          <p:nvPr/>
        </p:nvSpPr>
        <p:spPr>
          <a:xfrm xmlns:a="http://schemas.openxmlformats.org/drawingml/2006/main" rot="0">
            <a:off x="4943475" y="5991225"/>
            <a:ext cx="4524375" cy="4876800"/>
          </a:xfrm>
          <a:prstGeom xmlns:a="http://schemas.openxmlformats.org/drawingml/2006/main" prst="roundRect">
            <a:avLst>
              <a:gd name="adj" fmla="val 3158"/>
            </a:avLst>
          </a:prstGeom>
          <a:solidFill xmlns:a="http://schemas.openxmlformats.org/drawingml/2006/main">
            <a:srgbClr val="F2E7FD"/>
          </a:solidFill>
          <a:ln xmlns:a="http://schemas.openxmlformats.org/drawingml/2006/main" w="0">
            <a:noFill/>
          </a:ln>
        </p:spPr>
      </p:sp>
      <p:pic>
        <p:nvPicPr>
          <p:cNvPr id="119" name=""/>
          <p:cNvPicPr>
            <a:picLocks xmlns:a="http://schemas.openxmlformats.org/drawingml/2006/main" noChangeAspect="1"/>
          </p:cNvPicPr>
          <p:nvPr/>
        </p:nvPicPr>
        <p:blipFill>
          <a:blip xmlns:r="http://schemas.openxmlformats.org/officeDocument/2006/relationships" xmlns:a="http://schemas.openxmlformats.org/drawingml/2006/main" r:embed="R3655d33d046b42c6"/>
          <a:stretch xmlns:a="http://schemas.openxmlformats.org/drawingml/2006/main"/>
        </p:blipFill>
        <p:spPr>
          <a:xfrm xmlns:a="http://schemas.openxmlformats.org/drawingml/2006/main">
            <a:off x="590550" y="6124575"/>
            <a:ext cx="666750" cy="762000"/>
          </a:xfrm>
          <a:prstGeom xmlns:a="http://schemas.openxmlformats.org/drawingml/2006/main" prst="rect">
            <a:avLst/>
          </a:prstGeom>
        </p:spPr>
      </p:pic>
      <p:pic>
        <p:nvPicPr>
          <p:cNvPr id="120" name=""/>
          <p:cNvPicPr>
            <a:picLocks xmlns:a="http://schemas.openxmlformats.org/drawingml/2006/main" noChangeAspect="1"/>
          </p:cNvPicPr>
          <p:nvPr/>
        </p:nvPicPr>
        <p:blipFill>
          <a:blip xmlns:r="http://schemas.openxmlformats.org/officeDocument/2006/relationships" xmlns:a="http://schemas.openxmlformats.org/drawingml/2006/main" r:embed="Rd92b286785c94564"/>
          <a:stretch xmlns:a="http://schemas.openxmlformats.org/drawingml/2006/main"/>
        </p:blipFill>
        <p:spPr>
          <a:xfrm xmlns:a="http://schemas.openxmlformats.org/drawingml/2006/main">
            <a:off x="5219700" y="6124575"/>
            <a:ext cx="762000" cy="762000"/>
          </a:xfrm>
          <a:prstGeom xmlns:a="http://schemas.openxmlformats.org/drawingml/2006/main" prst="rect">
            <a:avLst/>
          </a:prstGeom>
        </p:spPr>
      </p:pic>
      <p:sp>
        <p:nvSpPr>
          <p:cNvPr id="18" name="Data Analysis title">
            <a:extLst xmlns:a="http://schemas.openxmlformats.org/drawingml/2006/main">
              <a:ext uri="{FF2B5EF4-FFF2-40B4-BE49-F238E27FC236}">
                <a16:creationId xmlns:a16="http://schemas.microsoft.com/office/drawing/2014/main" id="{925932E8-AE98-4724-949E-C79E1CFCCBFD}"/>
              </a:ext>
            </a:extLst>
          </p:cNvPr>
          <p:cNvSpPr>
            <a:spLocks xmlns:a="http://schemas.openxmlformats.org/drawingml/2006/main" noGrp="1"/>
          </p:cNvSpPr>
          <p:nvPr/>
        </p:nvSpPr>
        <p:spPr>
          <a:xfrm xmlns:a="http://schemas.openxmlformats.org/drawingml/2006/main" rot="0">
            <a:off x="1581150" y="6143625"/>
            <a:ext cx="318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04461"/>
                </a:solidFill>
                <a:latin typeface="Arial"/>
                <a:ea typeface="Arial"/>
                <a:cs typeface="Arial"/>
              </a:defRPr>
            </a:pPr>
            <a:r>
              <a:rPr sz="2700" b="1">
                <a:solidFill>
                  <a:srgbClr val="004461"/>
                </a:solidFill>
                <a:latin typeface="Arial"/>
                <a:ea typeface="Arial"/>
                <a:cs typeface="Arial"/>
              </a:rPr>
              <a:t>DATA ANALYSIS</a:t>
            </a:r>
          </a:p>
        </p:txBody>
      </p:sp>
      <p:sp>
        <p:nvSpPr>
          <p:cNvPr id="19" name="ML title">
            <a:extLst xmlns:a="http://schemas.openxmlformats.org/drawingml/2006/main">
              <a:ext uri="{FF2B5EF4-FFF2-40B4-BE49-F238E27FC236}">
                <a16:creationId xmlns:a16="http://schemas.microsoft.com/office/drawing/2014/main" id="{99F6E9F0-B477-42F0-A0E8-7F07F8841F5E}"/>
              </a:ext>
            </a:extLst>
          </p:cNvPr>
          <p:cNvSpPr>
            <a:spLocks xmlns:a="http://schemas.openxmlformats.org/drawingml/2006/main" noGrp="1"/>
          </p:cNvSpPr>
          <p:nvPr/>
        </p:nvSpPr>
        <p:spPr>
          <a:xfrm xmlns:a="http://schemas.openxmlformats.org/drawingml/2006/main" rot="0">
            <a:off x="6238875" y="6172200"/>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1">
                <a:solidFill>
                  <a:srgbClr val="6500BC"/>
                </a:solidFill>
                <a:latin typeface="Arial"/>
                <a:ea typeface="Arial"/>
                <a:cs typeface="Arial"/>
              </a:defRPr>
            </a:pPr>
            <a:r>
              <a:rPr sz="2475" b="1">
                <a:solidFill>
                  <a:srgbClr val="6500BC"/>
                </a:solidFill>
                <a:latin typeface="Arial"/>
                <a:ea typeface="Arial"/>
                <a:cs typeface="Arial"/>
              </a:rPr>
              <a:t>MACHINE LEARNING</a:t>
            </a:r>
          </a:p>
        </p:txBody>
      </p:sp>
      <p:sp>
        <p:nvSpPr>
          <p:cNvPr id="20" name="DA description">
            <a:extLst xmlns:a="http://schemas.openxmlformats.org/drawingml/2006/main">
              <a:ext uri="{FF2B5EF4-FFF2-40B4-BE49-F238E27FC236}">
                <a16:creationId xmlns:a16="http://schemas.microsoft.com/office/drawing/2014/main" id="{E424BDDF-7DDA-47B6-9B9A-80DDAA19C4C0}"/>
              </a:ext>
            </a:extLst>
          </p:cNvPr>
          <p:cNvSpPr>
            <a:spLocks xmlns:a="http://schemas.openxmlformats.org/drawingml/2006/main" noGrp="1"/>
          </p:cNvSpPr>
          <p:nvPr/>
        </p:nvSpPr>
        <p:spPr>
          <a:xfrm xmlns:a="http://schemas.openxmlformats.org/drawingml/2006/main" rot="0">
            <a:off x="1581150" y="6581775"/>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004461"/>
                </a:solidFill>
                <a:latin typeface="Arial"/>
                <a:ea typeface="Arial"/>
                <a:cs typeface="Arial"/>
              </a:defRPr>
            </a:pPr>
            <a:r>
              <a:rPr sz="1725" b="0">
                <a:solidFill>
                  <a:srgbClr val="004461"/>
                </a:solidFill>
                <a:latin typeface="Arial"/>
                <a:ea typeface="Arial"/>
                <a:cs typeface="Arial"/>
              </a:rPr>
              <a:t>Turn real data into</a:t>
            </a:r>
          </a:p>
          <a:p xmlns:a="http://schemas.openxmlformats.org/drawingml/2006/main">
            <a:pPr algn="l">
              <a:defRPr sz="1725" b="0">
                <a:solidFill>
                  <a:srgbClr val="004461"/>
                </a:solidFill>
                <a:latin typeface="Arial"/>
                <a:ea typeface="Arial"/>
                <a:cs typeface="Arial"/>
              </a:defRPr>
            </a:pPr>
            <a:r>
              <a:rPr sz="1725" b="0">
                <a:solidFill>
                  <a:srgbClr val="004461"/>
                </a:solidFill>
                <a:latin typeface="Arial"/>
                <a:ea typeface="Arial"/>
                <a:cs typeface="Arial"/>
              </a:rPr>
              <a:t>useful insights</a:t>
            </a:r>
          </a:p>
        </p:txBody>
      </p:sp>
      <p:sp>
        <p:nvSpPr>
          <p:cNvPr id="21" name="ML description">
            <a:extLst xmlns:a="http://schemas.openxmlformats.org/drawingml/2006/main">
              <a:ext uri="{FF2B5EF4-FFF2-40B4-BE49-F238E27FC236}">
                <a16:creationId xmlns:a16="http://schemas.microsoft.com/office/drawing/2014/main" id="{12E9D579-7164-4CBC-A297-1CE4A5C6DECC}"/>
              </a:ext>
            </a:extLst>
          </p:cNvPr>
          <p:cNvSpPr>
            <a:spLocks xmlns:a="http://schemas.openxmlformats.org/drawingml/2006/main" noGrp="1"/>
          </p:cNvSpPr>
          <p:nvPr/>
        </p:nvSpPr>
        <p:spPr>
          <a:xfrm xmlns:a="http://schemas.openxmlformats.org/drawingml/2006/main" rot="0">
            <a:off x="6238875" y="6581775"/>
            <a:ext cx="319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500BC"/>
                </a:solidFill>
                <a:latin typeface="Arial"/>
                <a:ea typeface="Arial"/>
                <a:cs typeface="Arial"/>
              </a:defRPr>
            </a:pPr>
            <a:r>
              <a:rPr sz="1725" b="0">
                <a:solidFill>
                  <a:srgbClr val="6500BC"/>
                </a:solidFill>
                <a:latin typeface="Arial"/>
                <a:ea typeface="Arial"/>
                <a:cs typeface="Arial"/>
              </a:rPr>
              <a:t>Teach computers to find</a:t>
            </a:r>
          </a:p>
          <a:p xmlns:a="http://schemas.openxmlformats.org/drawingml/2006/main">
            <a:pPr algn="l">
              <a:defRPr sz="1725" b="0">
                <a:solidFill>
                  <a:srgbClr val="6500BC"/>
                </a:solidFill>
                <a:latin typeface="Arial"/>
                <a:ea typeface="Arial"/>
                <a:cs typeface="Arial"/>
              </a:defRPr>
            </a:pPr>
            <a:r>
              <a:rPr sz="1725" b="0">
                <a:solidFill>
                  <a:srgbClr val="6500BC"/>
                </a:solidFill>
                <a:latin typeface="Arial"/>
                <a:ea typeface="Arial"/>
                <a:cs typeface="Arial"/>
              </a:rPr>
              <a:t>patterns &amp; make predictions</a:t>
            </a:r>
          </a:p>
        </p:txBody>
      </p:sp>
      <p:pic>
        <p:nvPicPr>
          <p:cNvPr id="125" name=""/>
          <p:cNvPicPr>
            <a:picLocks xmlns:a="http://schemas.openxmlformats.org/drawingml/2006/main" noChangeAspect="1"/>
          </p:cNvPicPr>
          <p:nvPr/>
        </p:nvPicPr>
        <p:blipFill>
          <a:blip xmlns:r="http://schemas.openxmlformats.org/officeDocument/2006/relationships" xmlns:a="http://schemas.openxmlformats.org/drawingml/2006/main" r:embed="R60371d58349a4b99"/>
          <a:stretch xmlns:a="http://schemas.openxmlformats.org/drawingml/2006/main"/>
        </p:blipFill>
        <p:spPr>
          <a:xfrm xmlns:a="http://schemas.openxmlformats.org/drawingml/2006/main">
            <a:off x="942975" y="7391400"/>
            <a:ext cx="457200" cy="457200"/>
          </a:xfrm>
          <a:prstGeom xmlns:a="http://schemas.openxmlformats.org/drawingml/2006/main" prst="rect">
            <a:avLst/>
          </a:prstGeom>
        </p:spPr>
      </p:pic>
      <p:sp>
        <p:nvSpPr>
          <p:cNvPr id="23" name="Python label 73">
            <a:extLst xmlns:a="http://schemas.openxmlformats.org/drawingml/2006/main">
              <a:ext uri="{FF2B5EF4-FFF2-40B4-BE49-F238E27FC236}">
                <a16:creationId xmlns:a16="http://schemas.microsoft.com/office/drawing/2014/main" id="{20FF6436-A131-445A-8E85-6F59F36DEA80}"/>
              </a:ext>
            </a:extLst>
          </p:cNvPr>
          <p:cNvSpPr>
            <a:spLocks xmlns:a="http://schemas.openxmlformats.org/drawingml/2006/main" noGrp="1"/>
          </p:cNvSpPr>
          <p:nvPr/>
        </p:nvSpPr>
        <p:spPr>
          <a:xfrm xmlns:a="http://schemas.openxmlformats.org/drawingml/2006/main" rot="0">
            <a:off x="58102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Python</a:t>
            </a:r>
          </a:p>
        </p:txBody>
      </p:sp>
      <p:pic>
        <p:nvPicPr>
          <p:cNvPr id="127" name=""/>
          <p:cNvPicPr>
            <a:picLocks xmlns:a="http://schemas.openxmlformats.org/drawingml/2006/main" noChangeAspect="1"/>
          </p:cNvPicPr>
          <p:nvPr/>
        </p:nvPicPr>
        <p:blipFill>
          <a:blip xmlns:r="http://schemas.openxmlformats.org/officeDocument/2006/relationships" xmlns:a="http://schemas.openxmlformats.org/drawingml/2006/main" r:embed="R029e02c7ff31472c"/>
          <a:stretch xmlns:a="http://schemas.openxmlformats.org/drawingml/2006/main"/>
        </p:blipFill>
        <p:spPr>
          <a:xfrm xmlns:a="http://schemas.openxmlformats.org/drawingml/2006/main">
            <a:off x="2257425" y="7391400"/>
            <a:ext cx="457200" cy="457200"/>
          </a:xfrm>
          <a:prstGeom xmlns:a="http://schemas.openxmlformats.org/drawingml/2006/main" prst="rect">
            <a:avLst/>
          </a:prstGeom>
        </p:spPr>
      </p:pic>
      <p:sp>
        <p:nvSpPr>
          <p:cNvPr id="25" name="pandas label 211">
            <a:extLst xmlns:a="http://schemas.openxmlformats.org/drawingml/2006/main">
              <a:ext uri="{FF2B5EF4-FFF2-40B4-BE49-F238E27FC236}">
                <a16:creationId xmlns:a16="http://schemas.microsoft.com/office/drawing/2014/main" id="{DC6CA45C-4066-4E06-94C3-3A72B6A51072}"/>
              </a:ext>
            </a:extLst>
          </p:cNvPr>
          <p:cNvSpPr>
            <a:spLocks xmlns:a="http://schemas.openxmlformats.org/drawingml/2006/main" noGrp="1"/>
          </p:cNvSpPr>
          <p:nvPr/>
        </p:nvSpPr>
        <p:spPr>
          <a:xfrm xmlns:a="http://schemas.openxmlformats.org/drawingml/2006/main" rot="0">
            <a:off x="189547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pandas</a:t>
            </a:r>
          </a:p>
        </p:txBody>
      </p:sp>
      <p:pic>
        <p:nvPicPr>
          <p:cNvPr id="129" name=""/>
          <p:cNvPicPr>
            <a:picLocks xmlns:a="http://schemas.openxmlformats.org/drawingml/2006/main" noChangeAspect="1"/>
          </p:cNvPicPr>
          <p:nvPr/>
        </p:nvPicPr>
        <p:blipFill>
          <a:blip xmlns:r="http://schemas.openxmlformats.org/officeDocument/2006/relationships" xmlns:a="http://schemas.openxmlformats.org/drawingml/2006/main" r:embed="Rb0c95e0209df4bd4"/>
          <a:stretch xmlns:a="http://schemas.openxmlformats.org/drawingml/2006/main"/>
        </p:blipFill>
        <p:spPr>
          <a:xfrm xmlns:a="http://schemas.openxmlformats.org/drawingml/2006/main">
            <a:off x="3600824" y="7391400"/>
            <a:ext cx="399301" cy="457200"/>
          </a:xfrm>
          <a:prstGeom xmlns:a="http://schemas.openxmlformats.org/drawingml/2006/main" prst="rect">
            <a:avLst/>
          </a:prstGeom>
        </p:spPr>
      </p:pic>
      <p:sp>
        <p:nvSpPr>
          <p:cNvPr id="27" name="SQL label 349">
            <a:extLst xmlns:a="http://schemas.openxmlformats.org/drawingml/2006/main">
              <a:ext uri="{FF2B5EF4-FFF2-40B4-BE49-F238E27FC236}">
                <a16:creationId xmlns:a16="http://schemas.microsoft.com/office/drawing/2014/main" id="{DAC8AF20-616F-4A80-B795-1D08111C29F4}"/>
              </a:ext>
            </a:extLst>
          </p:cNvPr>
          <p:cNvSpPr>
            <a:spLocks xmlns:a="http://schemas.openxmlformats.org/drawingml/2006/main" noGrp="1"/>
          </p:cNvSpPr>
          <p:nvPr/>
        </p:nvSpPr>
        <p:spPr>
          <a:xfrm xmlns:a="http://schemas.openxmlformats.org/drawingml/2006/main" rot="0">
            <a:off x="320992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SQL</a:t>
            </a:r>
          </a:p>
        </p:txBody>
      </p:sp>
      <p:pic>
        <p:nvPicPr>
          <p:cNvPr id="131" name=""/>
          <p:cNvPicPr>
            <a:picLocks xmlns:a="http://schemas.openxmlformats.org/drawingml/2006/main" noChangeAspect="1"/>
          </p:cNvPicPr>
          <p:nvPr/>
        </p:nvPicPr>
        <p:blipFill>
          <a:blip xmlns:r="http://schemas.openxmlformats.org/officeDocument/2006/relationships" xmlns:a="http://schemas.openxmlformats.org/drawingml/2006/main" r:embed="R929e72aec46746f4"/>
          <a:stretch xmlns:a="http://schemas.openxmlformats.org/drawingml/2006/main"/>
        </p:blipFill>
        <p:spPr>
          <a:xfrm xmlns:a="http://schemas.openxmlformats.org/drawingml/2006/main">
            <a:off x="5648325" y="7391400"/>
            <a:ext cx="457200" cy="457200"/>
          </a:xfrm>
          <a:prstGeom xmlns:a="http://schemas.openxmlformats.org/drawingml/2006/main" prst="rect">
            <a:avLst/>
          </a:prstGeom>
        </p:spPr>
      </p:pic>
      <p:sp>
        <p:nvSpPr>
          <p:cNvPr id="29" name="Python label 567">
            <a:extLst xmlns:a="http://schemas.openxmlformats.org/drawingml/2006/main">
              <a:ext uri="{FF2B5EF4-FFF2-40B4-BE49-F238E27FC236}">
                <a16:creationId xmlns:a16="http://schemas.microsoft.com/office/drawing/2014/main" id="{1072C88A-724E-4C04-A3AA-C379A7185A5D}"/>
              </a:ext>
            </a:extLst>
          </p:cNvPr>
          <p:cNvSpPr>
            <a:spLocks xmlns:a="http://schemas.openxmlformats.org/drawingml/2006/main" noGrp="1"/>
          </p:cNvSpPr>
          <p:nvPr/>
        </p:nvSpPr>
        <p:spPr>
          <a:xfrm xmlns:a="http://schemas.openxmlformats.org/drawingml/2006/main" rot="0">
            <a:off x="528637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Python</a:t>
            </a:r>
          </a:p>
        </p:txBody>
      </p:sp>
      <p:pic>
        <p:nvPicPr>
          <p:cNvPr id="133" name=""/>
          <p:cNvPicPr>
            <a:picLocks xmlns:a="http://schemas.openxmlformats.org/drawingml/2006/main" noChangeAspect="1"/>
          </p:cNvPicPr>
          <p:nvPr/>
        </p:nvPicPr>
        <p:blipFill>
          <a:blip xmlns:r="http://schemas.openxmlformats.org/officeDocument/2006/relationships" xmlns:a="http://schemas.openxmlformats.org/drawingml/2006/main" r:embed="R7dbd7c957fed472e"/>
          <a:stretch xmlns:a="http://schemas.openxmlformats.org/drawingml/2006/main"/>
        </p:blipFill>
        <p:spPr>
          <a:xfrm xmlns:a="http://schemas.openxmlformats.org/drawingml/2006/main">
            <a:off x="6962775" y="7391400"/>
            <a:ext cx="457200" cy="457200"/>
          </a:xfrm>
          <a:prstGeom xmlns:a="http://schemas.openxmlformats.org/drawingml/2006/main" prst="rect">
            <a:avLst/>
          </a:prstGeom>
        </p:spPr>
      </p:pic>
      <p:sp>
        <p:nvSpPr>
          <p:cNvPr id="31" name="pandas label 705">
            <a:extLst xmlns:a="http://schemas.openxmlformats.org/drawingml/2006/main">
              <a:ext uri="{FF2B5EF4-FFF2-40B4-BE49-F238E27FC236}">
                <a16:creationId xmlns:a16="http://schemas.microsoft.com/office/drawing/2014/main" id="{E62446E8-0138-48DD-A2C2-D10B4E0A5553}"/>
              </a:ext>
            </a:extLst>
          </p:cNvPr>
          <p:cNvSpPr>
            <a:spLocks xmlns:a="http://schemas.openxmlformats.org/drawingml/2006/main" noGrp="1"/>
          </p:cNvSpPr>
          <p:nvPr/>
        </p:nvSpPr>
        <p:spPr>
          <a:xfrm xmlns:a="http://schemas.openxmlformats.org/drawingml/2006/main" rot="0">
            <a:off x="660082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pandas</a:t>
            </a:r>
          </a:p>
        </p:txBody>
      </p:sp>
      <p:pic>
        <p:nvPicPr>
          <p:cNvPr id="135" name=""/>
          <p:cNvPicPr>
            <a:picLocks xmlns:a="http://schemas.openxmlformats.org/drawingml/2006/main" noChangeAspect="1"/>
          </p:cNvPicPr>
          <p:nvPr/>
        </p:nvPicPr>
        <p:blipFill>
          <a:blip xmlns:r="http://schemas.openxmlformats.org/officeDocument/2006/relationships" xmlns:a="http://schemas.openxmlformats.org/drawingml/2006/main" r:embed="R8994e8208745464a"/>
          <a:stretch xmlns:a="http://schemas.openxmlformats.org/drawingml/2006/main"/>
        </p:blipFill>
        <p:spPr>
          <a:xfrm xmlns:a="http://schemas.openxmlformats.org/drawingml/2006/main">
            <a:off x="8277225" y="7391400"/>
            <a:ext cx="457200" cy="457200"/>
          </a:xfrm>
          <a:prstGeom xmlns:a="http://schemas.openxmlformats.org/drawingml/2006/main" prst="rect">
            <a:avLst/>
          </a:prstGeom>
        </p:spPr>
      </p:pic>
      <p:sp>
        <p:nvSpPr>
          <p:cNvPr id="33" name="scikit-learn label 843">
            <a:extLst xmlns:a="http://schemas.openxmlformats.org/drawingml/2006/main">
              <a:ext uri="{FF2B5EF4-FFF2-40B4-BE49-F238E27FC236}">
                <a16:creationId xmlns:a16="http://schemas.microsoft.com/office/drawing/2014/main" id="{6FE0F0A0-9F7E-49ED-A77D-F3FBE74DE302}"/>
              </a:ext>
            </a:extLst>
          </p:cNvPr>
          <p:cNvSpPr>
            <a:spLocks xmlns:a="http://schemas.openxmlformats.org/drawingml/2006/main" noGrp="1"/>
          </p:cNvSpPr>
          <p:nvPr/>
        </p:nvSpPr>
        <p:spPr>
          <a:xfrm xmlns:a="http://schemas.openxmlformats.org/drawingml/2006/main" rot="0">
            <a:off x="791527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scikit-learn</a:t>
            </a:r>
          </a:p>
        </p:txBody>
      </p:sp>
      <p:sp>
        <p:nvSpPr>
          <p:cNvPr id="34" name="DA rule">
            <a:extLst xmlns:a="http://schemas.openxmlformats.org/drawingml/2006/main">
              <a:ext uri="{FF2B5EF4-FFF2-40B4-BE49-F238E27FC236}">
                <a16:creationId xmlns:a16="http://schemas.microsoft.com/office/drawing/2014/main" id="{75B8253B-3D54-4E99-A57A-4DD942E04C4D}"/>
              </a:ext>
            </a:extLst>
          </p:cNvPr>
          <p:cNvSpPr>
            <a:spLocks xmlns:a="http://schemas.openxmlformats.org/drawingml/2006/main" noGrp="1"/>
          </p:cNvSpPr>
          <p:nvPr/>
        </p:nvSpPr>
        <p:spPr>
          <a:xfrm xmlns:a="http://schemas.openxmlformats.org/drawingml/2006/main" rot="0">
            <a:off x="485775" y="8258175"/>
            <a:ext cx="4143375" cy="9525"/>
          </a:xfrm>
          <a:prstGeom xmlns:a="http://schemas.openxmlformats.org/drawingml/2006/main" prst="rect">
            <a:avLst/>
          </a:prstGeom>
          <a:solidFill xmlns:a="http://schemas.openxmlformats.org/drawingml/2006/main">
            <a:srgbClr val="B1DAED"/>
          </a:solidFill>
          <a:ln xmlns:a="http://schemas.openxmlformats.org/drawingml/2006/main" w="0">
            <a:noFill/>
          </a:ln>
        </p:spPr>
      </p:sp>
      <p:sp>
        <p:nvSpPr>
          <p:cNvPr id="35" name="ML rule">
            <a:extLst xmlns:a="http://schemas.openxmlformats.org/drawingml/2006/main">
              <a:ext uri="{FF2B5EF4-FFF2-40B4-BE49-F238E27FC236}">
                <a16:creationId xmlns:a16="http://schemas.microsoft.com/office/drawing/2014/main" id="{666D4F9F-47B5-40FA-B53A-C06414F89B07}"/>
              </a:ext>
            </a:extLst>
          </p:cNvPr>
          <p:cNvSpPr>
            <a:spLocks xmlns:a="http://schemas.openxmlformats.org/drawingml/2006/main" noGrp="1"/>
          </p:cNvSpPr>
          <p:nvPr/>
        </p:nvSpPr>
        <p:spPr>
          <a:xfrm xmlns:a="http://schemas.openxmlformats.org/drawingml/2006/main" rot="0">
            <a:off x="5143500" y="8258175"/>
            <a:ext cx="4143375" cy="9525"/>
          </a:xfrm>
          <a:prstGeom xmlns:a="http://schemas.openxmlformats.org/drawingml/2006/main" prst="rect">
            <a:avLst/>
          </a:prstGeom>
          <a:solidFill xmlns:a="http://schemas.openxmlformats.org/drawingml/2006/main">
            <a:srgbClr val="D7BCEB"/>
          </a:solidFill>
          <a:ln xmlns:a="http://schemas.openxmlformats.org/drawingml/2006/main" w="0">
            <a:noFill/>
          </a:ln>
        </p:spPr>
      </p:sp>
      <p:pic>
        <p:nvPicPr>
          <p:cNvPr id="139" name=""/>
          <p:cNvPicPr>
            <a:picLocks xmlns:a="http://schemas.openxmlformats.org/drawingml/2006/main" noChangeAspect="1"/>
          </p:cNvPicPr>
          <p:nvPr/>
        </p:nvPicPr>
        <p:blipFill>
          <a:blip xmlns:r="http://schemas.openxmlformats.org/officeDocument/2006/relationships" xmlns:a="http://schemas.openxmlformats.org/drawingml/2006/main" r:embed="R3c14b49e74214caa"/>
          <a:stretch xmlns:a="http://schemas.openxmlformats.org/drawingml/2006/main"/>
        </p:blipFill>
        <p:spPr>
          <a:xfrm xmlns:a="http://schemas.openxmlformats.org/drawingml/2006/main">
            <a:off x="476250" y="8439150"/>
            <a:ext cx="161925" cy="161925"/>
          </a:xfrm>
          <a:prstGeom xmlns:a="http://schemas.openxmlformats.org/drawingml/2006/main" prst="rect">
            <a:avLst/>
          </a:prstGeom>
        </p:spPr>
      </p:pic>
      <p:sp>
        <p:nvSpPr>
          <p:cNvPr id="37" name="DA learning 1">
            <a:extLst xmlns:a="http://schemas.openxmlformats.org/drawingml/2006/main">
              <a:ext uri="{FF2B5EF4-FFF2-40B4-BE49-F238E27FC236}">
                <a16:creationId xmlns:a16="http://schemas.microsoft.com/office/drawing/2014/main" id="{3FF463A3-31FF-482D-B392-B5F00C1868CC}"/>
              </a:ext>
            </a:extLst>
          </p:cNvPr>
          <p:cNvSpPr>
            <a:spLocks xmlns:a="http://schemas.openxmlformats.org/drawingml/2006/main" noGrp="1"/>
          </p:cNvSpPr>
          <p:nvPr/>
        </p:nvSpPr>
        <p:spPr>
          <a:xfrm xmlns:a="http://schemas.openxmlformats.org/drawingml/2006/main" rot="0">
            <a:off x="742950" y="8372475"/>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Python (programming basics)</a:t>
            </a:r>
          </a:p>
        </p:txBody>
      </p:sp>
      <p:pic>
        <p:nvPicPr>
          <p:cNvPr id="141" name=""/>
          <p:cNvPicPr>
            <a:picLocks xmlns:a="http://schemas.openxmlformats.org/drawingml/2006/main" noChangeAspect="1"/>
          </p:cNvPicPr>
          <p:nvPr/>
        </p:nvPicPr>
        <p:blipFill>
          <a:blip xmlns:r="http://schemas.openxmlformats.org/officeDocument/2006/relationships" xmlns:a="http://schemas.openxmlformats.org/drawingml/2006/main" r:embed="R016e883c35584d51"/>
          <a:stretch xmlns:a="http://schemas.openxmlformats.org/drawingml/2006/main"/>
        </p:blipFill>
        <p:spPr>
          <a:xfrm xmlns:a="http://schemas.openxmlformats.org/drawingml/2006/main">
            <a:off x="5181600" y="8439150"/>
            <a:ext cx="161925" cy="161925"/>
          </a:xfrm>
          <a:prstGeom xmlns:a="http://schemas.openxmlformats.org/drawingml/2006/main" prst="rect">
            <a:avLst/>
          </a:prstGeom>
        </p:spPr>
      </p:pic>
      <p:sp>
        <p:nvSpPr>
          <p:cNvPr id="39" name="ML learning 1">
            <a:extLst xmlns:a="http://schemas.openxmlformats.org/drawingml/2006/main">
              <a:ext uri="{FF2B5EF4-FFF2-40B4-BE49-F238E27FC236}">
                <a16:creationId xmlns:a16="http://schemas.microsoft.com/office/drawing/2014/main" id="{34942000-163F-4756-917D-8258F9C94A58}"/>
              </a:ext>
            </a:extLst>
          </p:cNvPr>
          <p:cNvSpPr>
            <a:spLocks xmlns:a="http://schemas.openxmlformats.org/drawingml/2006/main" noGrp="1"/>
          </p:cNvSpPr>
          <p:nvPr/>
        </p:nvSpPr>
        <p:spPr>
          <a:xfrm xmlns:a="http://schemas.openxmlformats.org/drawingml/2006/main" rot="0">
            <a:off x="5448300" y="837247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Python</a:t>
            </a:r>
          </a:p>
        </p:txBody>
      </p:sp>
      <p:pic>
        <p:nvPicPr>
          <p:cNvPr id="143" name=""/>
          <p:cNvPicPr>
            <a:picLocks xmlns:a="http://schemas.openxmlformats.org/drawingml/2006/main" noChangeAspect="1"/>
          </p:cNvPicPr>
          <p:nvPr/>
        </p:nvPicPr>
        <p:blipFill>
          <a:blip xmlns:r="http://schemas.openxmlformats.org/officeDocument/2006/relationships" xmlns:a="http://schemas.openxmlformats.org/drawingml/2006/main" r:embed="R0c6b89ba491c47f2"/>
          <a:stretch xmlns:a="http://schemas.openxmlformats.org/drawingml/2006/main"/>
        </p:blipFill>
        <p:spPr>
          <a:xfrm xmlns:a="http://schemas.openxmlformats.org/drawingml/2006/main">
            <a:off x="476250" y="8715375"/>
            <a:ext cx="161925" cy="161925"/>
          </a:xfrm>
          <a:prstGeom xmlns:a="http://schemas.openxmlformats.org/drawingml/2006/main" prst="rect">
            <a:avLst/>
          </a:prstGeom>
        </p:spPr>
      </p:pic>
      <p:sp>
        <p:nvSpPr>
          <p:cNvPr id="41" name="DA learning 2">
            <a:extLst xmlns:a="http://schemas.openxmlformats.org/drawingml/2006/main">
              <a:ext uri="{FF2B5EF4-FFF2-40B4-BE49-F238E27FC236}">
                <a16:creationId xmlns:a16="http://schemas.microsoft.com/office/drawing/2014/main" id="{A3465624-6736-4BF2-9536-27EA17CAAA3E}"/>
              </a:ext>
            </a:extLst>
          </p:cNvPr>
          <p:cNvSpPr>
            <a:spLocks xmlns:a="http://schemas.openxmlformats.org/drawingml/2006/main" noGrp="1"/>
          </p:cNvSpPr>
          <p:nvPr/>
        </p:nvSpPr>
        <p:spPr>
          <a:xfrm xmlns:a="http://schemas.openxmlformats.org/drawingml/2006/main" rot="0">
            <a:off x="742950" y="8648700"/>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SQL (querying data)</a:t>
            </a:r>
          </a:p>
        </p:txBody>
      </p:sp>
      <p:pic>
        <p:nvPicPr>
          <p:cNvPr id="145" name=""/>
          <p:cNvPicPr>
            <a:picLocks xmlns:a="http://schemas.openxmlformats.org/drawingml/2006/main" noChangeAspect="1"/>
          </p:cNvPicPr>
          <p:nvPr/>
        </p:nvPicPr>
        <p:blipFill>
          <a:blip xmlns:r="http://schemas.openxmlformats.org/officeDocument/2006/relationships" xmlns:a="http://schemas.openxmlformats.org/drawingml/2006/main" r:embed="R5e2d1da4fe814bc8"/>
          <a:stretch xmlns:a="http://schemas.openxmlformats.org/drawingml/2006/main"/>
        </p:blipFill>
        <p:spPr>
          <a:xfrm xmlns:a="http://schemas.openxmlformats.org/drawingml/2006/main">
            <a:off x="5181600" y="8772525"/>
            <a:ext cx="161925" cy="161925"/>
          </a:xfrm>
          <a:prstGeom xmlns:a="http://schemas.openxmlformats.org/drawingml/2006/main" prst="rect">
            <a:avLst/>
          </a:prstGeom>
        </p:spPr>
      </p:pic>
      <p:sp>
        <p:nvSpPr>
          <p:cNvPr id="43" name="ML learning 2">
            <a:extLst xmlns:a="http://schemas.openxmlformats.org/drawingml/2006/main">
              <a:ext uri="{FF2B5EF4-FFF2-40B4-BE49-F238E27FC236}">
                <a16:creationId xmlns:a16="http://schemas.microsoft.com/office/drawing/2014/main" id="{0D6BD147-7C84-4791-954D-163F741C2518}"/>
              </a:ext>
            </a:extLst>
          </p:cNvPr>
          <p:cNvSpPr>
            <a:spLocks xmlns:a="http://schemas.openxmlformats.org/drawingml/2006/main" noGrp="1"/>
          </p:cNvSpPr>
          <p:nvPr/>
        </p:nvSpPr>
        <p:spPr>
          <a:xfrm xmlns:a="http://schemas.openxmlformats.org/drawingml/2006/main" rot="0">
            <a:off x="5448300" y="870585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Machine learning concepts</a:t>
            </a:r>
          </a:p>
        </p:txBody>
      </p:sp>
      <p:pic>
        <p:nvPicPr>
          <p:cNvPr id="147" name=""/>
          <p:cNvPicPr>
            <a:picLocks xmlns:a="http://schemas.openxmlformats.org/drawingml/2006/main" noChangeAspect="1"/>
          </p:cNvPicPr>
          <p:nvPr/>
        </p:nvPicPr>
        <p:blipFill>
          <a:blip xmlns:r="http://schemas.openxmlformats.org/officeDocument/2006/relationships" xmlns:a="http://schemas.openxmlformats.org/drawingml/2006/main" r:embed="Race07c895a2940e9"/>
          <a:stretch xmlns:a="http://schemas.openxmlformats.org/drawingml/2006/main"/>
        </p:blipFill>
        <p:spPr>
          <a:xfrm xmlns:a="http://schemas.openxmlformats.org/drawingml/2006/main">
            <a:off x="476250" y="8991600"/>
            <a:ext cx="161925" cy="161925"/>
          </a:xfrm>
          <a:prstGeom xmlns:a="http://schemas.openxmlformats.org/drawingml/2006/main" prst="rect">
            <a:avLst/>
          </a:prstGeom>
        </p:spPr>
      </p:pic>
      <p:sp>
        <p:nvSpPr>
          <p:cNvPr id="45" name="DA learning 3">
            <a:extLst xmlns:a="http://schemas.openxmlformats.org/drawingml/2006/main">
              <a:ext uri="{FF2B5EF4-FFF2-40B4-BE49-F238E27FC236}">
                <a16:creationId xmlns:a16="http://schemas.microsoft.com/office/drawing/2014/main" id="{A4C34326-78BC-4D21-99E4-6A971AD4C154}"/>
              </a:ext>
            </a:extLst>
          </p:cNvPr>
          <p:cNvSpPr>
            <a:spLocks xmlns:a="http://schemas.openxmlformats.org/drawingml/2006/main" noGrp="1"/>
          </p:cNvSpPr>
          <p:nvPr/>
        </p:nvSpPr>
        <p:spPr>
          <a:xfrm xmlns:a="http://schemas.openxmlformats.org/drawingml/2006/main" rot="0">
            <a:off x="742950" y="8924925"/>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Data cleaning &amp; preparation</a:t>
            </a:r>
          </a:p>
        </p:txBody>
      </p:sp>
      <p:pic>
        <p:nvPicPr>
          <p:cNvPr id="149" name=""/>
          <p:cNvPicPr>
            <a:picLocks xmlns:a="http://schemas.openxmlformats.org/drawingml/2006/main" noChangeAspect="1"/>
          </p:cNvPicPr>
          <p:nvPr/>
        </p:nvPicPr>
        <p:blipFill>
          <a:blip xmlns:r="http://schemas.openxmlformats.org/officeDocument/2006/relationships" xmlns:a="http://schemas.openxmlformats.org/drawingml/2006/main" r:embed="R02199e6f989e4f38"/>
          <a:stretch xmlns:a="http://schemas.openxmlformats.org/drawingml/2006/main"/>
        </p:blipFill>
        <p:spPr>
          <a:xfrm xmlns:a="http://schemas.openxmlformats.org/drawingml/2006/main">
            <a:off x="5181600" y="9105900"/>
            <a:ext cx="161925" cy="161925"/>
          </a:xfrm>
          <a:prstGeom xmlns:a="http://schemas.openxmlformats.org/drawingml/2006/main" prst="rect">
            <a:avLst/>
          </a:prstGeom>
        </p:spPr>
      </p:pic>
      <p:sp>
        <p:nvSpPr>
          <p:cNvPr id="47" name="ML learning 3">
            <a:extLst xmlns:a="http://schemas.openxmlformats.org/drawingml/2006/main">
              <a:ext uri="{FF2B5EF4-FFF2-40B4-BE49-F238E27FC236}">
                <a16:creationId xmlns:a16="http://schemas.microsoft.com/office/drawing/2014/main" id="{833447DE-1835-4A9E-8ECE-5EBBBCD1BB03}"/>
              </a:ext>
            </a:extLst>
          </p:cNvPr>
          <p:cNvSpPr>
            <a:spLocks xmlns:a="http://schemas.openxmlformats.org/drawingml/2006/main" noGrp="1"/>
          </p:cNvSpPr>
          <p:nvPr/>
        </p:nvSpPr>
        <p:spPr>
          <a:xfrm xmlns:a="http://schemas.openxmlformats.org/drawingml/2006/main" rot="0">
            <a:off x="5448300" y="903922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Model training</a:t>
            </a:r>
          </a:p>
        </p:txBody>
      </p:sp>
      <p:pic>
        <p:nvPicPr>
          <p:cNvPr id="151" name=""/>
          <p:cNvPicPr>
            <a:picLocks xmlns:a="http://schemas.openxmlformats.org/drawingml/2006/main" noChangeAspect="1"/>
          </p:cNvPicPr>
          <p:nvPr/>
        </p:nvPicPr>
        <p:blipFill>
          <a:blip xmlns:r="http://schemas.openxmlformats.org/officeDocument/2006/relationships" xmlns:a="http://schemas.openxmlformats.org/drawingml/2006/main" r:embed="R94ccfd149ea1416d"/>
          <a:stretch xmlns:a="http://schemas.openxmlformats.org/drawingml/2006/main"/>
        </p:blipFill>
        <p:spPr>
          <a:xfrm xmlns:a="http://schemas.openxmlformats.org/drawingml/2006/main">
            <a:off x="476250" y="9267825"/>
            <a:ext cx="161925" cy="161925"/>
          </a:xfrm>
          <a:prstGeom xmlns:a="http://schemas.openxmlformats.org/drawingml/2006/main" prst="rect">
            <a:avLst/>
          </a:prstGeom>
        </p:spPr>
      </p:pic>
      <p:sp>
        <p:nvSpPr>
          <p:cNvPr id="49" name="DA learning 4">
            <a:extLst xmlns:a="http://schemas.openxmlformats.org/drawingml/2006/main">
              <a:ext uri="{FF2B5EF4-FFF2-40B4-BE49-F238E27FC236}">
                <a16:creationId xmlns:a16="http://schemas.microsoft.com/office/drawing/2014/main" id="{3AF45861-D44A-4681-84D7-6B936A864AD7}"/>
              </a:ext>
            </a:extLst>
          </p:cNvPr>
          <p:cNvSpPr>
            <a:spLocks xmlns:a="http://schemas.openxmlformats.org/drawingml/2006/main" noGrp="1"/>
          </p:cNvSpPr>
          <p:nvPr/>
        </p:nvSpPr>
        <p:spPr>
          <a:xfrm xmlns:a="http://schemas.openxmlformats.org/drawingml/2006/main" rot="0">
            <a:off x="742950" y="9201150"/>
            <a:ext cx="39147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Data visualization</a:t>
            </a:r>
          </a:p>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(dashboards &amp; charts)</a:t>
            </a:r>
          </a:p>
        </p:txBody>
      </p:sp>
      <p:pic>
        <p:nvPicPr>
          <p:cNvPr id="153" name=""/>
          <p:cNvPicPr>
            <a:picLocks xmlns:a="http://schemas.openxmlformats.org/drawingml/2006/main" noChangeAspect="1"/>
          </p:cNvPicPr>
          <p:nvPr/>
        </p:nvPicPr>
        <p:blipFill>
          <a:blip xmlns:r="http://schemas.openxmlformats.org/officeDocument/2006/relationships" xmlns:a="http://schemas.openxmlformats.org/drawingml/2006/main" r:embed="R41f489410bf74518"/>
          <a:stretch xmlns:a="http://schemas.openxmlformats.org/drawingml/2006/main"/>
        </p:blipFill>
        <p:spPr>
          <a:xfrm xmlns:a="http://schemas.openxmlformats.org/drawingml/2006/main">
            <a:off x="5181600" y="9439275"/>
            <a:ext cx="161925" cy="161925"/>
          </a:xfrm>
          <a:prstGeom xmlns:a="http://schemas.openxmlformats.org/drawingml/2006/main" prst="rect">
            <a:avLst/>
          </a:prstGeom>
        </p:spPr>
      </p:pic>
      <p:sp>
        <p:nvSpPr>
          <p:cNvPr id="51" name="ML learning 4">
            <a:extLst xmlns:a="http://schemas.openxmlformats.org/drawingml/2006/main">
              <a:ext uri="{FF2B5EF4-FFF2-40B4-BE49-F238E27FC236}">
                <a16:creationId xmlns:a16="http://schemas.microsoft.com/office/drawing/2014/main" id="{BF457B5A-808C-4DCD-8561-8890DCCABC5F}"/>
              </a:ext>
            </a:extLst>
          </p:cNvPr>
          <p:cNvSpPr>
            <a:spLocks xmlns:a="http://schemas.openxmlformats.org/drawingml/2006/main" noGrp="1"/>
          </p:cNvSpPr>
          <p:nvPr/>
        </p:nvSpPr>
        <p:spPr>
          <a:xfrm xmlns:a="http://schemas.openxmlformats.org/drawingml/2006/main" rot="0">
            <a:off x="5448300" y="937260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Prediction &amp; evaluation</a:t>
            </a:r>
          </a:p>
        </p:txBody>
      </p:sp>
      <p:pic>
        <p:nvPicPr>
          <p:cNvPr id="155" name=""/>
          <p:cNvPicPr>
            <a:picLocks xmlns:a="http://schemas.openxmlformats.org/drawingml/2006/main" noChangeAspect="1"/>
          </p:cNvPicPr>
          <p:nvPr/>
        </p:nvPicPr>
        <p:blipFill>
          <a:blip xmlns:r="http://schemas.openxmlformats.org/officeDocument/2006/relationships" xmlns:a="http://schemas.openxmlformats.org/drawingml/2006/main" r:embed="R1dc40a35c21a45d3"/>
          <a:stretch xmlns:a="http://schemas.openxmlformats.org/drawingml/2006/main"/>
        </p:blipFill>
        <p:spPr>
          <a:xfrm xmlns:a="http://schemas.openxmlformats.org/drawingml/2006/main">
            <a:off x="476250" y="9791700"/>
            <a:ext cx="161925" cy="161925"/>
          </a:xfrm>
          <a:prstGeom xmlns:a="http://schemas.openxmlformats.org/drawingml/2006/main" prst="rect">
            <a:avLst/>
          </a:prstGeom>
        </p:spPr>
      </p:pic>
      <p:sp>
        <p:nvSpPr>
          <p:cNvPr id="53" name="DA learning 5">
            <a:extLst xmlns:a="http://schemas.openxmlformats.org/drawingml/2006/main">
              <a:ext uri="{FF2B5EF4-FFF2-40B4-BE49-F238E27FC236}">
                <a16:creationId xmlns:a16="http://schemas.microsoft.com/office/drawing/2014/main" id="{04333B92-D8C3-4457-8C6D-4924440D6012}"/>
              </a:ext>
            </a:extLst>
          </p:cNvPr>
          <p:cNvSpPr>
            <a:spLocks xmlns:a="http://schemas.openxmlformats.org/drawingml/2006/main" noGrp="1"/>
          </p:cNvSpPr>
          <p:nvPr/>
        </p:nvSpPr>
        <p:spPr>
          <a:xfrm xmlns:a="http://schemas.openxmlformats.org/drawingml/2006/main" rot="0">
            <a:off x="742950" y="9725025"/>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Basic statistics</a:t>
            </a:r>
          </a:p>
        </p:txBody>
      </p:sp>
      <p:pic>
        <p:nvPicPr>
          <p:cNvPr id="157" name=""/>
          <p:cNvPicPr>
            <a:picLocks xmlns:a="http://schemas.openxmlformats.org/drawingml/2006/main" noChangeAspect="1"/>
          </p:cNvPicPr>
          <p:nvPr/>
        </p:nvPicPr>
        <p:blipFill>
          <a:blip xmlns:r="http://schemas.openxmlformats.org/officeDocument/2006/relationships" xmlns:a="http://schemas.openxmlformats.org/drawingml/2006/main" r:embed="R9ad86552c6b644ee"/>
          <a:stretch xmlns:a="http://schemas.openxmlformats.org/drawingml/2006/main"/>
        </p:blipFill>
        <p:spPr>
          <a:xfrm xmlns:a="http://schemas.openxmlformats.org/drawingml/2006/main">
            <a:off x="5181600" y="9772650"/>
            <a:ext cx="161925" cy="161925"/>
          </a:xfrm>
          <a:prstGeom xmlns:a="http://schemas.openxmlformats.org/drawingml/2006/main" prst="rect">
            <a:avLst/>
          </a:prstGeom>
        </p:spPr>
      </p:pic>
      <p:sp>
        <p:nvSpPr>
          <p:cNvPr id="55" name="ML learning 5">
            <a:extLst xmlns:a="http://schemas.openxmlformats.org/drawingml/2006/main">
              <a:ext uri="{FF2B5EF4-FFF2-40B4-BE49-F238E27FC236}">
                <a16:creationId xmlns:a16="http://schemas.microsoft.com/office/drawing/2014/main" id="{4F8DF77E-A6C3-48F7-B1A3-5380CB35742A}"/>
              </a:ext>
            </a:extLst>
          </p:cNvPr>
          <p:cNvSpPr>
            <a:spLocks xmlns:a="http://schemas.openxmlformats.org/drawingml/2006/main" noGrp="1"/>
          </p:cNvSpPr>
          <p:nvPr/>
        </p:nvSpPr>
        <p:spPr>
          <a:xfrm xmlns:a="http://schemas.openxmlformats.org/drawingml/2006/main" rot="0">
            <a:off x="5448300" y="970597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Real-world datasets</a:t>
            </a:r>
          </a:p>
        </p:txBody>
      </p:sp>
      <p:sp>
        <p:nvSpPr>
          <p:cNvPr id="56" name="DA outcome strip">
            <a:extLst xmlns:a="http://schemas.openxmlformats.org/drawingml/2006/main">
              <a:ext uri="{FF2B5EF4-FFF2-40B4-BE49-F238E27FC236}">
                <a16:creationId xmlns:a16="http://schemas.microsoft.com/office/drawing/2014/main" id="{1FDDB1AE-D5A6-48B7-8F14-D5BD030B076B}"/>
              </a:ext>
            </a:extLst>
          </p:cNvPr>
          <p:cNvSpPr>
            <a:spLocks xmlns:a="http://schemas.openxmlformats.org/drawingml/2006/main" noGrp="1"/>
          </p:cNvSpPr>
          <p:nvPr/>
        </p:nvSpPr>
        <p:spPr>
          <a:xfrm xmlns:a="http://schemas.openxmlformats.org/drawingml/2006/main" rot="0">
            <a:off x="381000" y="10096500"/>
            <a:ext cx="4286250" cy="742950"/>
          </a:xfrm>
          <a:prstGeom xmlns:a="http://schemas.openxmlformats.org/drawingml/2006/main" prst="roundRect">
            <a:avLst>
              <a:gd name="adj" fmla="val 12821"/>
            </a:avLst>
          </a:prstGeom>
          <a:solidFill xmlns:a="http://schemas.openxmlformats.org/drawingml/2006/main">
            <a:srgbClr val="C7EAF8"/>
          </a:solidFill>
          <a:ln xmlns:a="http://schemas.openxmlformats.org/drawingml/2006/main" w="0">
            <a:noFill/>
          </a:ln>
        </p:spPr>
      </p:sp>
      <p:sp>
        <p:nvSpPr>
          <p:cNvPr id="57" name="ML outcome strip">
            <a:extLst xmlns:a="http://schemas.openxmlformats.org/drawingml/2006/main">
              <a:ext uri="{FF2B5EF4-FFF2-40B4-BE49-F238E27FC236}">
                <a16:creationId xmlns:a16="http://schemas.microsoft.com/office/drawing/2014/main" id="{FA242F5A-EE39-45CA-B1EC-A6B1C3F6872B}"/>
              </a:ext>
            </a:extLst>
          </p:cNvPr>
          <p:cNvSpPr>
            <a:spLocks xmlns:a="http://schemas.openxmlformats.org/drawingml/2006/main" noGrp="1"/>
          </p:cNvSpPr>
          <p:nvPr/>
        </p:nvSpPr>
        <p:spPr>
          <a:xfrm xmlns:a="http://schemas.openxmlformats.org/drawingml/2006/main" rot="0">
            <a:off x="5086350" y="10096500"/>
            <a:ext cx="4286250" cy="742950"/>
          </a:xfrm>
          <a:prstGeom xmlns:a="http://schemas.openxmlformats.org/drawingml/2006/main" prst="roundRect">
            <a:avLst>
              <a:gd name="adj" fmla="val 12821"/>
            </a:avLst>
          </a:prstGeom>
          <a:solidFill xmlns:a="http://schemas.openxmlformats.org/drawingml/2006/main">
            <a:srgbClr val="E0CBF7"/>
          </a:solidFill>
          <a:ln xmlns:a="http://schemas.openxmlformats.org/drawingml/2006/main" w="0">
            <a:noFill/>
          </a:ln>
        </p:spPr>
      </p:sp>
      <p:sp>
        <p:nvSpPr>
          <p:cNvPr id="58" name="DA Build">
            <a:extLst xmlns:a="http://schemas.openxmlformats.org/drawingml/2006/main">
              <a:ext uri="{FF2B5EF4-FFF2-40B4-BE49-F238E27FC236}">
                <a16:creationId xmlns:a16="http://schemas.microsoft.com/office/drawing/2014/main" id="{B7B59674-B919-4A0B-9119-B01398C26FEA}"/>
              </a:ext>
            </a:extLst>
          </p:cNvPr>
          <p:cNvSpPr>
            <a:spLocks xmlns:a="http://schemas.openxmlformats.org/drawingml/2006/main" noGrp="1"/>
          </p:cNvSpPr>
          <p:nvPr/>
        </p:nvSpPr>
        <p:spPr>
          <a:xfrm xmlns:a="http://schemas.openxmlformats.org/drawingml/2006/main" rot="0">
            <a:off x="514350" y="10144125"/>
            <a:ext cx="403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004461"/>
                </a:solidFill>
                <a:latin typeface="Arial Narrow"/>
                <a:ea typeface="Arial Narrow"/>
                <a:cs typeface="Arial Narrow"/>
              </a:defRPr>
            </a:pPr>
            <a:r>
              <a:rPr sz="1800" b="1">
                <a:solidFill>
                  <a:srgbClr val="004461"/>
                </a:solidFill>
                <a:latin typeface="Arial Narrow"/>
                <a:ea typeface="Arial Narrow"/>
                <a:cs typeface="Arial Narrow"/>
              </a:rPr>
              <a:t>BUILD: A data analysis project</a:t>
            </a:r>
          </a:p>
        </p:txBody>
      </p:sp>
      <p:sp>
        <p:nvSpPr>
          <p:cNvPr id="59" name="DA project examples">
            <a:extLst xmlns:a="http://schemas.openxmlformats.org/drawingml/2006/main">
              <a:ext uri="{FF2B5EF4-FFF2-40B4-BE49-F238E27FC236}">
                <a16:creationId xmlns:a16="http://schemas.microsoft.com/office/drawing/2014/main" id="{BAAD518E-9423-46DF-890C-9342C1498D37}"/>
              </a:ext>
            </a:extLst>
          </p:cNvPr>
          <p:cNvSpPr>
            <a:spLocks xmlns:a="http://schemas.openxmlformats.org/drawingml/2006/main" noGrp="1"/>
          </p:cNvSpPr>
          <p:nvPr/>
        </p:nvSpPr>
        <p:spPr>
          <a:xfrm xmlns:a="http://schemas.openxmlformats.org/drawingml/2006/main" rot="0">
            <a:off x="514350" y="10467975"/>
            <a:ext cx="4038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e.g. sales, customer or social media data</a:t>
            </a:r>
          </a:p>
        </p:txBody>
      </p:sp>
      <p:sp>
        <p:nvSpPr>
          <p:cNvPr id="60" name="ML Build">
            <a:extLst xmlns:a="http://schemas.openxmlformats.org/drawingml/2006/main">
              <a:ext uri="{FF2B5EF4-FFF2-40B4-BE49-F238E27FC236}">
                <a16:creationId xmlns:a16="http://schemas.microsoft.com/office/drawing/2014/main" id="{484DB7E3-E31C-4973-8ABC-65A47E21D2CB}"/>
              </a:ext>
            </a:extLst>
          </p:cNvPr>
          <p:cNvSpPr>
            <a:spLocks xmlns:a="http://schemas.openxmlformats.org/drawingml/2006/main" noGrp="1"/>
          </p:cNvSpPr>
          <p:nvPr/>
        </p:nvSpPr>
        <p:spPr>
          <a:xfrm xmlns:a="http://schemas.openxmlformats.org/drawingml/2006/main" rot="0">
            <a:off x="5219700" y="10144125"/>
            <a:ext cx="4019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6500BC"/>
                </a:solidFill>
                <a:latin typeface="Arial Narrow"/>
                <a:ea typeface="Arial Narrow"/>
                <a:cs typeface="Arial Narrow"/>
              </a:defRPr>
            </a:pPr>
            <a:r>
              <a:rPr sz="1800" b="1">
                <a:solidFill>
                  <a:srgbClr val="6500BC"/>
                </a:solidFill>
                <a:latin typeface="Arial Narrow"/>
                <a:ea typeface="Arial Narrow"/>
                <a:cs typeface="Arial Narrow"/>
              </a:rPr>
              <a:t>BUILD: A prediction model</a:t>
            </a:r>
          </a:p>
        </p:txBody>
      </p:sp>
      <p:sp>
        <p:nvSpPr>
          <p:cNvPr id="61" name="ML project examples">
            <a:extLst xmlns:a="http://schemas.openxmlformats.org/drawingml/2006/main">
              <a:ext uri="{FF2B5EF4-FFF2-40B4-BE49-F238E27FC236}">
                <a16:creationId xmlns:a16="http://schemas.microsoft.com/office/drawing/2014/main" id="{FBE54D6F-A1FC-4F89-BA89-D98A49BB04CC}"/>
              </a:ext>
            </a:extLst>
          </p:cNvPr>
          <p:cNvSpPr>
            <a:spLocks xmlns:a="http://schemas.openxmlformats.org/drawingml/2006/main" noGrp="1"/>
          </p:cNvSpPr>
          <p:nvPr/>
        </p:nvSpPr>
        <p:spPr>
          <a:xfrm xmlns:a="http://schemas.openxmlformats.org/drawingml/2006/main" rot="0">
            <a:off x="5219700" y="10382250"/>
            <a:ext cx="4029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e.g. house prices, classification</a:t>
            </a:r>
          </a:p>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or recommendation</a:t>
            </a:r>
          </a:p>
        </p:txBody>
      </p:sp>
      <p:pic>
        <p:nvPicPr>
          <p:cNvPr id="165" name=""/>
          <p:cNvPicPr>
            <a:picLocks xmlns:a="http://schemas.openxmlformats.org/drawingml/2006/main" noChangeAspect="1"/>
          </p:cNvPicPr>
          <p:nvPr/>
        </p:nvPicPr>
        <p:blipFill>
          <a:blip xmlns:r="http://schemas.openxmlformats.org/officeDocument/2006/relationships" xmlns:a="http://schemas.openxmlformats.org/drawingml/2006/main" r:embed="R28a4c5332f414e3b"/>
          <a:stretch xmlns:a="http://schemas.openxmlformats.org/drawingml/2006/main"/>
        </p:blipFill>
        <p:spPr>
          <a:xfrm xmlns:a="http://schemas.openxmlformats.org/drawingml/2006/main">
            <a:off x="394097" y="13087350"/>
            <a:ext cx="459581" cy="523875"/>
          </a:xfrm>
          <a:prstGeom xmlns:a="http://schemas.openxmlformats.org/drawingml/2006/main" prst="rect">
            <a:avLst/>
          </a:prstGeom>
        </p:spPr>
      </p:pic>
      <p:sp>
        <p:nvSpPr>
          <p:cNvPr id="63" name="Duration">
            <a:extLst xmlns:a="http://schemas.openxmlformats.org/drawingml/2006/main">
              <a:ext uri="{FF2B5EF4-FFF2-40B4-BE49-F238E27FC236}">
                <a16:creationId xmlns:a16="http://schemas.microsoft.com/office/drawing/2014/main" id="{02789983-66FD-41F1-AB7E-3BB54CD3DCD8}"/>
              </a:ext>
            </a:extLst>
          </p:cNvPr>
          <p:cNvSpPr>
            <a:spLocks xmlns:a="http://schemas.openxmlformats.org/drawingml/2006/main" noGrp="1"/>
          </p:cNvSpPr>
          <p:nvPr/>
        </p:nvSpPr>
        <p:spPr>
          <a:xfrm xmlns:a="http://schemas.openxmlformats.org/drawingml/2006/main" rot="0">
            <a:off x="1066800" y="13201650"/>
            <a:ext cx="11525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002342"/>
                </a:solidFill>
                <a:latin typeface="Arial"/>
                <a:ea typeface="Arial"/>
                <a:cs typeface="Arial"/>
              </a:defRPr>
            </a:pPr>
            <a:r>
              <a:rPr sz="2175" b="1">
                <a:solidFill>
                  <a:srgbClr val="002342"/>
                </a:solidFill>
                <a:latin typeface="Arial"/>
                <a:ea typeface="Arial"/>
                <a:cs typeface="Arial"/>
              </a:rPr>
              <a:t>8 weeks</a:t>
            </a:r>
          </a:p>
        </p:txBody>
      </p:sp>
      <p:sp>
        <p:nvSpPr>
          <p:cNvPr id="64" name="Benefit divider 1">
            <a:extLst xmlns:a="http://schemas.openxmlformats.org/drawingml/2006/main">
              <a:ext uri="{FF2B5EF4-FFF2-40B4-BE49-F238E27FC236}">
                <a16:creationId xmlns:a16="http://schemas.microsoft.com/office/drawing/2014/main" id="{E2C10DE1-1DDA-4095-A547-4673424CB1A7}"/>
              </a:ext>
            </a:extLst>
          </p:cNvPr>
          <p:cNvSpPr>
            <a:spLocks xmlns:a="http://schemas.openxmlformats.org/drawingml/2006/main" noGrp="1"/>
          </p:cNvSpPr>
          <p:nvPr/>
        </p:nvSpPr>
        <p:spPr>
          <a:xfrm xmlns:a="http://schemas.openxmlformats.org/drawingml/2006/main" rot="0">
            <a:off x="222885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pic>
        <p:nvPicPr>
          <p:cNvPr id="168" name=""/>
          <p:cNvPicPr>
            <a:picLocks xmlns:a="http://schemas.openxmlformats.org/drawingml/2006/main" noChangeAspect="1"/>
          </p:cNvPicPr>
          <p:nvPr/>
        </p:nvPicPr>
        <p:blipFill>
          <a:blip xmlns:r="http://schemas.openxmlformats.org/officeDocument/2006/relationships" xmlns:a="http://schemas.openxmlformats.org/drawingml/2006/main" r:embed="Rf1343b89158c4838"/>
          <a:stretch xmlns:a="http://schemas.openxmlformats.org/drawingml/2006/main"/>
        </p:blipFill>
        <p:spPr>
          <a:xfrm xmlns:a="http://schemas.openxmlformats.org/drawingml/2006/main">
            <a:off x="2438400" y="13128792"/>
            <a:ext cx="552450" cy="440991"/>
          </a:xfrm>
          <a:prstGeom xmlns:a="http://schemas.openxmlformats.org/drawingml/2006/main" prst="rect">
            <a:avLst/>
          </a:prstGeom>
        </p:spPr>
      </p:pic>
      <p:sp>
        <p:nvSpPr>
          <p:cNvPr id="66" name="Group limit">
            <a:extLst xmlns:a="http://schemas.openxmlformats.org/drawingml/2006/main">
              <a:ext uri="{FF2B5EF4-FFF2-40B4-BE49-F238E27FC236}">
                <a16:creationId xmlns:a16="http://schemas.microsoft.com/office/drawing/2014/main" id="{6A85FFA4-B89A-4479-996B-4BC4AF0641F1}"/>
              </a:ext>
            </a:extLst>
          </p:cNvPr>
          <p:cNvSpPr>
            <a:spLocks xmlns:a="http://schemas.openxmlformats.org/drawingml/2006/main" noGrp="1"/>
          </p:cNvSpPr>
          <p:nvPr/>
        </p:nvSpPr>
        <p:spPr>
          <a:xfrm xmlns:a="http://schemas.openxmlformats.org/drawingml/2006/main" rot="0">
            <a:off x="3105150" y="13125450"/>
            <a:ext cx="1457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Max. 5 learners</a:t>
            </a:r>
          </a:p>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per group</a:t>
            </a:r>
          </a:p>
        </p:txBody>
      </p:sp>
      <p:sp>
        <p:nvSpPr>
          <p:cNvPr id="67" name="Benefit divider 2">
            <a:extLst xmlns:a="http://schemas.openxmlformats.org/drawingml/2006/main">
              <a:ext uri="{FF2B5EF4-FFF2-40B4-BE49-F238E27FC236}">
                <a16:creationId xmlns:a16="http://schemas.microsoft.com/office/drawing/2014/main" id="{504D17C7-EC62-4715-9F6C-B94208181BC3}"/>
              </a:ext>
            </a:extLst>
          </p:cNvPr>
          <p:cNvSpPr>
            <a:spLocks xmlns:a="http://schemas.openxmlformats.org/drawingml/2006/main" noGrp="1"/>
          </p:cNvSpPr>
          <p:nvPr/>
        </p:nvSpPr>
        <p:spPr>
          <a:xfrm xmlns:a="http://schemas.openxmlformats.org/drawingml/2006/main" rot="0">
            <a:off x="457200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pic>
        <p:nvPicPr>
          <p:cNvPr id="171" name=""/>
          <p:cNvPicPr>
            <a:picLocks xmlns:a="http://schemas.openxmlformats.org/drawingml/2006/main" noChangeAspect="1"/>
          </p:cNvPicPr>
          <p:nvPr/>
        </p:nvPicPr>
        <p:blipFill>
          <a:blip xmlns:r="http://schemas.openxmlformats.org/officeDocument/2006/relationships" xmlns:a="http://schemas.openxmlformats.org/drawingml/2006/main" r:embed="R96b04d21f4214cfc"/>
          <a:stretch xmlns:a="http://schemas.openxmlformats.org/drawingml/2006/main"/>
        </p:blipFill>
        <p:spPr>
          <a:xfrm xmlns:a="http://schemas.openxmlformats.org/drawingml/2006/main">
            <a:off x="4800600" y="13129022"/>
            <a:ext cx="561975" cy="450056"/>
          </a:xfrm>
          <a:prstGeom xmlns:a="http://schemas.openxmlformats.org/drawingml/2006/main" prst="rect">
            <a:avLst/>
          </a:prstGeom>
        </p:spPr>
      </p:pic>
      <p:sp>
        <p:nvSpPr>
          <p:cNvPr id="69" name="Beginner access">
            <a:extLst xmlns:a="http://schemas.openxmlformats.org/drawingml/2006/main">
              <a:ext uri="{FF2B5EF4-FFF2-40B4-BE49-F238E27FC236}">
                <a16:creationId xmlns:a16="http://schemas.microsoft.com/office/drawing/2014/main" id="{053E375B-8CCC-4C3B-A859-8ABB06EC74A1}"/>
              </a:ext>
            </a:extLst>
          </p:cNvPr>
          <p:cNvSpPr>
            <a:spLocks xmlns:a="http://schemas.openxmlformats.org/drawingml/2006/main" noGrp="1"/>
          </p:cNvSpPr>
          <p:nvPr/>
        </p:nvSpPr>
        <p:spPr>
          <a:xfrm xmlns:a="http://schemas.openxmlformats.org/drawingml/2006/main" rot="0">
            <a:off x="5505450" y="13125450"/>
            <a:ext cx="1666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No coding</a:t>
            </a:r>
          </a:p>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experience needed</a:t>
            </a:r>
          </a:p>
        </p:txBody>
      </p:sp>
      <p:sp>
        <p:nvSpPr>
          <p:cNvPr id="70" name="Benefit divider 3">
            <a:extLst xmlns:a="http://schemas.openxmlformats.org/drawingml/2006/main">
              <a:ext uri="{FF2B5EF4-FFF2-40B4-BE49-F238E27FC236}">
                <a16:creationId xmlns:a16="http://schemas.microsoft.com/office/drawing/2014/main" id="{900BF69A-3E5A-4DB5-A7BA-F5377C64EF71}"/>
              </a:ext>
            </a:extLst>
          </p:cNvPr>
          <p:cNvSpPr>
            <a:spLocks xmlns:a="http://schemas.openxmlformats.org/drawingml/2006/main" noGrp="1"/>
          </p:cNvSpPr>
          <p:nvPr/>
        </p:nvSpPr>
        <p:spPr>
          <a:xfrm xmlns:a="http://schemas.openxmlformats.org/drawingml/2006/main" rot="0">
            <a:off x="718185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sp>
        <p:nvSpPr>
          <p:cNvPr id="71" name="Limited places highlight">
            <a:extLst xmlns:a="http://schemas.openxmlformats.org/drawingml/2006/main">
              <a:ext uri="{FF2B5EF4-FFF2-40B4-BE49-F238E27FC236}">
                <a16:creationId xmlns:a16="http://schemas.microsoft.com/office/drawing/2014/main" id="{3FADD713-6DB7-4289-A2B1-C955A65C3D3E}"/>
              </a:ext>
            </a:extLst>
          </p:cNvPr>
          <p:cNvSpPr>
            <a:spLocks xmlns:a="http://schemas.openxmlformats.org/drawingml/2006/main" noGrp="1"/>
          </p:cNvSpPr>
          <p:nvPr/>
        </p:nvSpPr>
        <p:spPr>
          <a:xfrm xmlns:a="http://schemas.openxmlformats.org/drawingml/2006/main" rot="0">
            <a:off x="7315200" y="13049250"/>
            <a:ext cx="2209800" cy="704850"/>
          </a:xfrm>
          <a:prstGeom xmlns:a="http://schemas.openxmlformats.org/drawingml/2006/main" prst="roundRect">
            <a:avLst>
              <a:gd name="adj" fmla="val 13514"/>
            </a:avLst>
          </a:prstGeom>
          <a:solidFill xmlns:a="http://schemas.openxmlformats.org/drawingml/2006/main">
            <a:srgbClr val="FFD44C"/>
          </a:solidFill>
          <a:ln xmlns:a="http://schemas.openxmlformats.org/drawingml/2006/main" w="0">
            <a:noFill/>
          </a:ln>
        </p:spPr>
      </p:sp>
      <p:sp>
        <p:nvSpPr>
          <p:cNvPr id="72" name="Places">
            <a:extLst xmlns:a="http://schemas.openxmlformats.org/drawingml/2006/main">
              <a:ext uri="{FF2B5EF4-FFF2-40B4-BE49-F238E27FC236}">
                <a16:creationId xmlns:a16="http://schemas.microsoft.com/office/drawing/2014/main" id="{4DC9C4E7-4705-4322-AC8E-9D851F08506B}"/>
              </a:ext>
            </a:extLst>
          </p:cNvPr>
          <p:cNvSpPr>
            <a:spLocks xmlns:a="http://schemas.openxmlformats.org/drawingml/2006/main" noGrp="1"/>
          </p:cNvSpPr>
          <p:nvPr/>
        </p:nvSpPr>
        <p:spPr>
          <a:xfrm xmlns:a="http://schemas.openxmlformats.org/drawingml/2006/main" rot="0">
            <a:off x="7391400" y="131064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002342"/>
                </a:solidFill>
                <a:latin typeface="Arial"/>
                <a:ea typeface="Arial"/>
                <a:cs typeface="Arial"/>
              </a:defRPr>
            </a:pPr>
            <a:r>
              <a:rPr sz="2100" b="1">
                <a:solidFill>
                  <a:srgbClr val="002342"/>
                </a:solidFill>
                <a:latin typeface="Arial"/>
                <a:ea typeface="Arial"/>
                <a:cs typeface="Arial"/>
              </a:rPr>
              <a:t>Only 15 places</a:t>
            </a:r>
          </a:p>
        </p:txBody>
      </p:sp>
      <p:sp>
        <p:nvSpPr>
          <p:cNvPr id="73" name="Places qualifier">
            <a:extLst xmlns:a="http://schemas.openxmlformats.org/drawingml/2006/main">
              <a:ext uri="{FF2B5EF4-FFF2-40B4-BE49-F238E27FC236}">
                <a16:creationId xmlns:a16="http://schemas.microsoft.com/office/drawing/2014/main" id="{3BEDC622-E8FB-4A92-A4C9-633916E19772}"/>
              </a:ext>
            </a:extLst>
          </p:cNvPr>
          <p:cNvSpPr>
            <a:spLocks xmlns:a="http://schemas.openxmlformats.org/drawingml/2006/main" noGrp="1"/>
          </p:cNvSpPr>
          <p:nvPr/>
        </p:nvSpPr>
        <p:spPr>
          <a:xfrm xmlns:a="http://schemas.openxmlformats.org/drawingml/2006/main" rot="0">
            <a:off x="7391400" y="13449300"/>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2342"/>
                </a:solidFill>
                <a:latin typeface="Arial Narrow"/>
                <a:ea typeface="Arial Narrow"/>
                <a:cs typeface="Arial Narrow"/>
              </a:defRPr>
            </a:pPr>
            <a:r>
              <a:rPr sz="1350" b="1">
                <a:solidFill>
                  <a:srgbClr val="002342"/>
                </a:solidFill>
                <a:latin typeface="Arial Narrow"/>
                <a:ea typeface="Arial Narrow"/>
                <a:cs typeface="Arial Narrow"/>
              </a:rPr>
              <a:t>(whole programme)</a:t>
            </a:r>
          </a:p>
        </p:txBody>
      </p:sp>
      <p:sp>
        <p:nvSpPr>
          <p:cNvPr id="74" name="Programme fee panel">
            <a:extLst xmlns:a="http://schemas.openxmlformats.org/drawingml/2006/main">
              <a:ext uri="{FF2B5EF4-FFF2-40B4-BE49-F238E27FC236}">
                <a16:creationId xmlns:a16="http://schemas.microsoft.com/office/drawing/2014/main" id="{A0AD2FEE-FBF2-45FF-BA00-7D298FAAADDC}"/>
              </a:ext>
            </a:extLst>
          </p:cNvPr>
          <p:cNvSpPr>
            <a:spLocks xmlns:a="http://schemas.openxmlformats.org/drawingml/2006/main" noGrp="1"/>
          </p:cNvSpPr>
          <p:nvPr/>
        </p:nvSpPr>
        <p:spPr>
          <a:xfrm xmlns:a="http://schemas.openxmlformats.org/drawingml/2006/main" rot="0">
            <a:off x="276225" y="13868400"/>
            <a:ext cx="4600575" cy="1524000"/>
          </a:xfrm>
          <a:prstGeom xmlns:a="http://schemas.openxmlformats.org/drawingml/2006/main" prst="roundRect">
            <a:avLst>
              <a:gd name="adj" fmla="val 7500"/>
            </a:avLst>
          </a:prstGeom>
          <a:solidFill xmlns:a="http://schemas.openxmlformats.org/drawingml/2006/main">
            <a:srgbClr val="002342"/>
          </a:solidFill>
          <a:ln xmlns:a="http://schemas.openxmlformats.org/drawingml/2006/main" w="0">
            <a:noFill/>
          </a:ln>
        </p:spPr>
      </p:sp>
      <p:sp>
        <p:nvSpPr>
          <p:cNvPr id="75" name="Programme fee heading">
            <a:extLst xmlns:a="http://schemas.openxmlformats.org/drawingml/2006/main">
              <a:ext uri="{FF2B5EF4-FFF2-40B4-BE49-F238E27FC236}">
                <a16:creationId xmlns:a16="http://schemas.microsoft.com/office/drawing/2014/main" id="{2FAFC752-F35B-4A30-8C25-FF87412828EA}"/>
              </a:ext>
            </a:extLst>
          </p:cNvPr>
          <p:cNvSpPr>
            <a:spLocks xmlns:a="http://schemas.openxmlformats.org/drawingml/2006/main" noGrp="1"/>
          </p:cNvSpPr>
          <p:nvPr/>
        </p:nvSpPr>
        <p:spPr>
          <a:xfrm xmlns:a="http://schemas.openxmlformats.org/drawingml/2006/main" rot="0">
            <a:off x="466725" y="14001750"/>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Programme fee per learner</a:t>
            </a:r>
          </a:p>
        </p:txBody>
      </p:sp>
      <p:sp>
        <p:nvSpPr>
          <p:cNvPr id="76" name="Single programme fee">
            <a:extLst xmlns:a="http://schemas.openxmlformats.org/drawingml/2006/main">
              <a:ext uri="{FF2B5EF4-FFF2-40B4-BE49-F238E27FC236}">
                <a16:creationId xmlns:a16="http://schemas.microsoft.com/office/drawing/2014/main" id="{E7F34F4F-139A-400C-A3F3-CE71EFBF1F56}"/>
              </a:ext>
            </a:extLst>
          </p:cNvPr>
          <p:cNvSpPr>
            <a:spLocks xmlns:a="http://schemas.openxmlformats.org/drawingml/2006/main" noGrp="1"/>
          </p:cNvSpPr>
          <p:nvPr/>
        </p:nvSpPr>
        <p:spPr>
          <a:xfrm xmlns:a="http://schemas.openxmlformats.org/drawingml/2006/main" rot="0">
            <a:off x="466725" y="14354175"/>
            <a:ext cx="421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UGX 1,000,000</a:t>
            </a:r>
          </a:p>
        </p:txBody>
      </p:sp>
      <p:sp>
        <p:nvSpPr>
          <p:cNvPr id="77" name="Single fee condition">
            <a:extLst xmlns:a="http://schemas.openxmlformats.org/drawingml/2006/main">
              <a:ext uri="{FF2B5EF4-FFF2-40B4-BE49-F238E27FC236}">
                <a16:creationId xmlns:a16="http://schemas.microsoft.com/office/drawing/2014/main" id="{60338AA1-B4A9-41FF-8C3B-FB559C211160}"/>
              </a:ext>
            </a:extLst>
          </p:cNvPr>
          <p:cNvSpPr>
            <a:spLocks xmlns:a="http://schemas.openxmlformats.org/drawingml/2006/main" noGrp="1"/>
          </p:cNvSpPr>
          <p:nvPr/>
        </p:nvSpPr>
        <p:spPr>
          <a:xfrm xmlns:a="http://schemas.openxmlformats.org/drawingml/2006/main" rot="0">
            <a:off x="466725" y="14963775"/>
            <a:ext cx="4200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FFFFFF"/>
                </a:solidFill>
                <a:latin typeface="Arial Narrow"/>
                <a:ea typeface="Arial Narrow"/>
                <a:cs typeface="Arial Narrow"/>
              </a:defRPr>
            </a:pPr>
            <a:r>
              <a:rPr sz="1800" b="0">
                <a:solidFill>
                  <a:srgbClr val="FFFFFF"/>
                </a:solidFill>
                <a:latin typeface="Arial Narrow"/>
                <a:ea typeface="Arial Narrow"/>
                <a:cs typeface="Arial Narrow"/>
              </a:rPr>
              <a:t>Same fee for groups of 1–5 learners</a:t>
            </a:r>
          </a:p>
        </p:txBody>
      </p:sp>
      <p:sp>
        <p:nvSpPr>
          <p:cNvPr id="78" name="Booking panel">
            <a:extLst xmlns:a="http://schemas.openxmlformats.org/drawingml/2006/main">
              <a:ext uri="{FF2B5EF4-FFF2-40B4-BE49-F238E27FC236}">
                <a16:creationId xmlns:a16="http://schemas.microsoft.com/office/drawing/2014/main" id="{AA3DA9A0-4D39-4454-9354-EDFFF6600F88}"/>
              </a:ext>
            </a:extLst>
          </p:cNvPr>
          <p:cNvSpPr>
            <a:spLocks xmlns:a="http://schemas.openxmlformats.org/drawingml/2006/main" noGrp="1"/>
          </p:cNvSpPr>
          <p:nvPr/>
        </p:nvSpPr>
        <p:spPr>
          <a:xfrm xmlns:a="http://schemas.openxmlformats.org/drawingml/2006/main" rot="0">
            <a:off x="4962525" y="13868400"/>
            <a:ext cx="2962275" cy="1524000"/>
          </a:xfrm>
          <a:prstGeom xmlns:a="http://schemas.openxmlformats.org/drawingml/2006/main" prst="roundRect">
            <a:avLst>
              <a:gd name="adj" fmla="val 7500"/>
            </a:avLst>
          </a:prstGeom>
          <a:solidFill xmlns:a="http://schemas.openxmlformats.org/drawingml/2006/main">
            <a:srgbClr val="002342"/>
          </a:solidFill>
          <a:ln xmlns:a="http://schemas.openxmlformats.org/drawingml/2006/main" w="0">
            <a:noFill/>
          </a:ln>
        </p:spPr>
      </p:sp>
      <p:sp>
        <p:nvSpPr>
          <p:cNvPr id="79" name="Reserve call to action">
            <a:extLst xmlns:a="http://schemas.openxmlformats.org/drawingml/2006/main">
              <a:ext uri="{FF2B5EF4-FFF2-40B4-BE49-F238E27FC236}">
                <a16:creationId xmlns:a16="http://schemas.microsoft.com/office/drawing/2014/main" id="{E4A293B4-69E0-4309-AC55-3658E4432AFC}"/>
              </a:ext>
            </a:extLst>
          </p:cNvPr>
          <p:cNvSpPr>
            <a:spLocks xmlns:a="http://schemas.openxmlformats.org/drawingml/2006/main" noGrp="1"/>
          </p:cNvSpPr>
          <p:nvPr/>
        </p:nvSpPr>
        <p:spPr>
          <a:xfrm xmlns:a="http://schemas.openxmlformats.org/drawingml/2006/main" rot="0">
            <a:off x="5086350" y="13992225"/>
            <a:ext cx="2724150" cy="504825"/>
          </a:xfrm>
          <a:prstGeom xmlns:a="http://schemas.openxmlformats.org/drawingml/2006/main" prst="roundRect">
            <a:avLst>
              <a:gd name="adj" fmla="val 16981"/>
            </a:avLst>
          </a:prstGeom>
          <a:solidFill xmlns:a="http://schemas.openxmlformats.org/drawingml/2006/main">
            <a:srgbClr val="00B394"/>
          </a:solidFill>
          <a:ln xmlns:a="http://schemas.openxmlformats.org/drawingml/2006/main" w="0">
            <a:noFill/>
          </a:ln>
        </p:spPr>
      </p:sp>
      <p:sp>
        <p:nvSpPr>
          <p:cNvPr id="80" name="Reserve wording">
            <a:extLst xmlns:a="http://schemas.openxmlformats.org/drawingml/2006/main">
              <a:ext uri="{FF2B5EF4-FFF2-40B4-BE49-F238E27FC236}">
                <a16:creationId xmlns:a16="http://schemas.microsoft.com/office/drawing/2014/main" id="{82C035EB-073A-47E9-980E-B4E6A82E1D92}"/>
              </a:ext>
            </a:extLst>
          </p:cNvPr>
          <p:cNvSpPr>
            <a:spLocks xmlns:a="http://schemas.openxmlformats.org/drawingml/2006/main" noGrp="1"/>
          </p:cNvSpPr>
          <p:nvPr/>
        </p:nvSpPr>
        <p:spPr>
          <a:xfrm xmlns:a="http://schemas.openxmlformats.org/drawingml/2006/main" rot="0">
            <a:off x="5172075" y="14106525"/>
            <a:ext cx="25812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Reserve your place →</a:t>
            </a:r>
          </a:p>
        </p:txBody>
      </p:sp>
      <p:pic>
        <p:nvPicPr>
          <p:cNvPr id="184" name=""/>
          <p:cNvPicPr>
            <a:picLocks xmlns:a="http://schemas.openxmlformats.org/drawingml/2006/main" noChangeAspect="1"/>
          </p:cNvPicPr>
          <p:nvPr/>
        </p:nvPicPr>
        <p:blipFill>
          <a:blip xmlns:r="http://schemas.openxmlformats.org/officeDocument/2006/relationships" xmlns:a="http://schemas.openxmlformats.org/drawingml/2006/main" r:embed="R96744f8959104d73"/>
          <a:stretch xmlns:a="http://schemas.openxmlformats.org/drawingml/2006/main"/>
        </p:blipFill>
        <p:spPr>
          <a:xfrm xmlns:a="http://schemas.openxmlformats.org/drawingml/2006/main">
            <a:off x="5100638" y="14754225"/>
            <a:ext cx="333375" cy="381000"/>
          </a:xfrm>
          <a:prstGeom xmlns:a="http://schemas.openxmlformats.org/drawingml/2006/main" prst="rect">
            <a:avLst/>
          </a:prstGeom>
        </p:spPr>
      </p:pic>
      <p:sp>
        <p:nvSpPr>
          <p:cNvPr id="82" name="WhatsApp number">
            <a:extLst xmlns:a="http://schemas.openxmlformats.org/drawingml/2006/main">
              <a:ext uri="{FF2B5EF4-FFF2-40B4-BE49-F238E27FC236}">
                <a16:creationId xmlns:a16="http://schemas.microsoft.com/office/drawing/2014/main" id="{FB078376-108D-4469-B2F4-8A6379F17089}"/>
              </a:ext>
            </a:extLst>
          </p:cNvPr>
          <p:cNvSpPr>
            <a:spLocks xmlns:a="http://schemas.openxmlformats.org/drawingml/2006/main" noGrp="1"/>
          </p:cNvSpPr>
          <p:nvPr/>
        </p:nvSpPr>
        <p:spPr>
          <a:xfrm xmlns:a="http://schemas.openxmlformats.org/drawingml/2006/main" rot="0">
            <a:off x="5572125" y="14763750"/>
            <a:ext cx="2333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FFFFFF"/>
                </a:solidFill>
                <a:latin typeface="Arial Narrow"/>
                <a:ea typeface="Arial Narrow"/>
                <a:cs typeface="Arial Narrow"/>
              </a:defRPr>
            </a:pPr>
            <a:r>
              <a:rPr sz="2025" b="1">
                <a:solidFill>
                  <a:srgbClr val="FFFFFF"/>
                </a:solidFill>
                <a:latin typeface="Arial Narrow"/>
                <a:ea typeface="Arial Narrow"/>
                <a:cs typeface="Arial Narrow"/>
              </a:rPr>
              <a:t>+256 750 990 718</a:t>
            </a:r>
          </a:p>
        </p:txBody>
      </p:sp>
      <p:sp>
        <p:nvSpPr>
          <p:cNvPr id="83" name="Email">
            <a:extLst xmlns:a="http://schemas.openxmlformats.org/drawingml/2006/main">
              <a:ext uri="{FF2B5EF4-FFF2-40B4-BE49-F238E27FC236}">
                <a16:creationId xmlns:a16="http://schemas.microsoft.com/office/drawing/2014/main" id="{1BDA751F-B18B-42C5-AF02-CED355F8729A}"/>
              </a:ext>
            </a:extLst>
          </p:cNvPr>
          <p:cNvSpPr>
            <a:spLocks xmlns:a="http://schemas.openxmlformats.org/drawingml/2006/main" noGrp="1"/>
          </p:cNvSpPr>
          <p:nvPr/>
        </p:nvSpPr>
        <p:spPr>
          <a:xfrm xmlns:a="http://schemas.openxmlformats.org/drawingml/2006/main" rot="0">
            <a:off x="285750" y="15478125"/>
            <a:ext cx="7477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Email: jothammartin.wambi@gmail.com</a:t>
            </a:r>
          </a:p>
        </p:txBody>
      </p:sp>
      <p:pic>
        <p:nvPicPr>
          <p:cNvPr id="187" name=""/>
          <p:cNvPicPr>
            <a:picLocks xmlns:a="http://schemas.openxmlformats.org/drawingml/2006/main" noChangeAspect="1"/>
          </p:cNvPicPr>
          <p:nvPr/>
        </p:nvPicPr>
        <p:blipFill>
          <a:blip xmlns:r="http://schemas.openxmlformats.org/officeDocument/2006/relationships" xmlns:a="http://schemas.openxmlformats.org/drawingml/2006/main" r:embed="R1873f2450d4c47a6"/>
          <a:stretch xmlns:a="http://schemas.openxmlformats.org/drawingml/2006/main"/>
        </p:blipFill>
        <p:spPr>
          <a:xfrm xmlns:a="http://schemas.openxmlformats.org/drawingml/2006/main">
            <a:off x="7943850" y="13858875"/>
            <a:ext cx="1562100" cy="1562100"/>
          </a:xfrm>
          <a:prstGeom xmlns:a="http://schemas.openxmlformats.org/drawingml/2006/main" prst="rect">
            <a:avLst/>
          </a:prstGeom>
        </p:spPr>
      </p:pic>
      <p:sp>
        <p:nvSpPr>
          <p:cNvPr id="85" name="QR caption">
            <a:extLst xmlns:a="http://schemas.openxmlformats.org/drawingml/2006/main">
              <a:ext uri="{FF2B5EF4-FFF2-40B4-BE49-F238E27FC236}">
                <a16:creationId xmlns:a16="http://schemas.microsoft.com/office/drawing/2014/main" id="{1E8083B6-DFE1-404B-B15A-F8B9B3C25824}"/>
              </a:ext>
            </a:extLst>
          </p:cNvPr>
          <p:cNvSpPr>
            <a:spLocks xmlns:a="http://schemas.openxmlformats.org/drawingml/2006/main" noGrp="1"/>
          </p:cNvSpPr>
          <p:nvPr/>
        </p:nvSpPr>
        <p:spPr>
          <a:xfrm xmlns:a="http://schemas.openxmlformats.org/drawingml/2006/main" rot="0">
            <a:off x="7991475" y="15478125"/>
            <a:ext cx="1619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002342"/>
                </a:solidFill>
                <a:latin typeface="Arial Narrow"/>
                <a:ea typeface="Arial Narrow"/>
                <a:cs typeface="Arial Narrow"/>
              </a:defRPr>
            </a:pPr>
            <a:r>
              <a:rPr sz="1500" b="1">
                <a:solidFill>
                  <a:srgbClr val="002342"/>
                </a:solidFill>
                <a:latin typeface="Arial Narrow"/>
                <a:ea typeface="Arial Narrow"/>
                <a:cs typeface="Arial Narrow"/>
              </a:rPr>
              <a:t>Scan to WhatsApp</a:t>
            </a:r>
          </a:p>
        </p:txBody>
      </p:sp>
      <p:pic>
        <p:nvPicPr>
          <p:cNvPr id="189" name=""/>
          <p:cNvPicPr>
            <a:picLocks xmlns:a="http://schemas.openxmlformats.org/drawingml/2006/main" noChangeAspect="1"/>
          </p:cNvPicPr>
          <p:nvPr/>
        </p:nvPicPr>
        <p:blipFill>
          <a:blip xmlns:r="http://schemas.openxmlformats.org/officeDocument/2006/relationships" xmlns:a="http://schemas.openxmlformats.org/drawingml/2006/main" r:embed="R9151cf6d827d49a4"/>
          <a:stretch xmlns:a="http://schemas.openxmlformats.org/drawingml/2006/main"/>
        </p:blipFill>
        <p:spPr>
          <a:xfrm xmlns:a="http://schemas.openxmlformats.org/drawingml/2006/main">
            <a:off x="5810250" y="228600"/>
            <a:ext cx="3714750" cy="4587396"/>
          </a:xfrm>
          <a:prstGeom xmlns:a="http://schemas.openxmlformats.org/drawingml/2006/main" prst="rect">
            <a:avLst/>
          </a:prstGeom>
        </p:spPr>
      </p:pic>
      <p:sp>
        <p:nvSpPr>
          <p:cNvPr id="87" name="Tutor card">
            <a:extLst xmlns:a="http://schemas.openxmlformats.org/drawingml/2006/main">
              <a:ext uri="{FF2B5EF4-FFF2-40B4-BE49-F238E27FC236}">
                <a16:creationId xmlns:a16="http://schemas.microsoft.com/office/drawing/2014/main" id="{7CF894BB-C37D-479A-B113-D62437F44946}"/>
              </a:ext>
            </a:extLst>
          </p:cNvPr>
          <p:cNvSpPr>
            <a:spLocks xmlns:a="http://schemas.openxmlformats.org/drawingml/2006/main" noGrp="1"/>
          </p:cNvSpPr>
          <p:nvPr/>
        </p:nvSpPr>
        <p:spPr>
          <a:xfrm xmlns:a="http://schemas.openxmlformats.org/drawingml/2006/main" rot="0">
            <a:off x="5810250" y="4895850"/>
            <a:ext cx="3714750" cy="923925"/>
          </a:xfrm>
          <a:prstGeom xmlns:a="http://schemas.openxmlformats.org/drawingml/2006/main" prst="roundRect">
            <a:avLst>
              <a:gd name="adj" fmla="val 12371"/>
            </a:avLst>
          </a:prstGeom>
          <a:solidFill xmlns:a="http://schemas.openxmlformats.org/drawingml/2006/main">
            <a:srgbClr val="002342"/>
          </a:solidFill>
          <a:ln xmlns:a="http://schemas.openxmlformats.org/drawingml/2006/main" w="0">
            <a:noFill/>
          </a:ln>
        </p:spPr>
      </p:sp>
      <p:sp>
        <p:nvSpPr>
          <p:cNvPr id="88" name="Tutor name">
            <a:extLst xmlns:a="http://schemas.openxmlformats.org/drawingml/2006/main">
              <a:ext uri="{FF2B5EF4-FFF2-40B4-BE49-F238E27FC236}">
                <a16:creationId xmlns:a16="http://schemas.microsoft.com/office/drawing/2014/main" id="{F2681995-B4BA-4DE8-8FD4-9246BC843453}"/>
              </a:ext>
            </a:extLst>
          </p:cNvPr>
          <p:cNvSpPr>
            <a:spLocks xmlns:a="http://schemas.openxmlformats.org/drawingml/2006/main" noGrp="1"/>
          </p:cNvSpPr>
          <p:nvPr/>
        </p:nvSpPr>
        <p:spPr>
          <a:xfrm xmlns:a="http://schemas.openxmlformats.org/drawingml/2006/main" rot="0">
            <a:off x="5953125" y="4953000"/>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Jotham Martin Wambi</a:t>
            </a:r>
          </a:p>
        </p:txBody>
      </p:sp>
      <p:sp>
        <p:nvSpPr>
          <p:cNvPr id="89" name="Tutor profession">
            <a:extLst xmlns:a="http://schemas.openxmlformats.org/drawingml/2006/main">
              <a:ext uri="{FF2B5EF4-FFF2-40B4-BE49-F238E27FC236}">
                <a16:creationId xmlns:a16="http://schemas.microsoft.com/office/drawing/2014/main" id="{D0A12CF2-863F-4702-ABF9-3781ABAC4538}"/>
              </a:ext>
            </a:extLst>
          </p:cNvPr>
          <p:cNvSpPr>
            <a:spLocks xmlns:a="http://schemas.openxmlformats.org/drawingml/2006/main" noGrp="1"/>
          </p:cNvSpPr>
          <p:nvPr/>
        </p:nvSpPr>
        <p:spPr>
          <a:xfrm xmlns:a="http://schemas.openxmlformats.org/drawingml/2006/main" rot="0">
            <a:off x="5953125" y="5314950"/>
            <a:ext cx="3486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FFFFFF"/>
                </a:solidFill>
                <a:latin typeface="Arial Narrow"/>
                <a:ea typeface="Arial Narrow"/>
                <a:cs typeface="Arial Narrow"/>
              </a:defRPr>
            </a:pPr>
            <a:r>
              <a:rPr sz="1500" b="0">
                <a:solidFill>
                  <a:srgbClr val="FFFFFF"/>
                </a:solidFill>
                <a:latin typeface="Arial Narrow"/>
                <a:ea typeface="Arial Narrow"/>
                <a:cs typeface="Arial Narrow"/>
              </a:rPr>
              <a:t>Main Tutor · Data Scientist &amp; ML/AI Engineer</a:t>
            </a:r>
          </a:p>
        </p:txBody>
      </p:sp>
      <p:sp>
        <p:nvSpPr>
          <p:cNvPr id="90" name="Tutor institution">
            <a:extLst xmlns:a="http://schemas.openxmlformats.org/drawingml/2006/main">
              <a:ext uri="{FF2B5EF4-FFF2-40B4-BE49-F238E27FC236}">
                <a16:creationId xmlns:a16="http://schemas.microsoft.com/office/drawing/2014/main" id="{39B84E62-E620-4F97-B690-D963B619284B}"/>
              </a:ext>
            </a:extLst>
          </p:cNvPr>
          <p:cNvSpPr>
            <a:spLocks xmlns:a="http://schemas.openxmlformats.org/drawingml/2006/main" noGrp="1"/>
          </p:cNvSpPr>
          <p:nvPr/>
        </p:nvSpPr>
        <p:spPr>
          <a:xfrm xmlns:a="http://schemas.openxmlformats.org/drawingml/2006/main" rot="0">
            <a:off x="5953125" y="55721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FFFFFF"/>
                </a:solidFill>
                <a:latin typeface="Arial Narrow"/>
                <a:ea typeface="Arial Narrow"/>
                <a:cs typeface="Arial Narrow"/>
              </a:defRPr>
            </a:pPr>
            <a:r>
              <a:rPr sz="1425" b="0">
                <a:solidFill>
                  <a:srgbClr val="FFFFFF"/>
                </a:solidFill>
                <a:latin typeface="Arial Narrow"/>
                <a:ea typeface="Arial Narrow"/>
                <a:cs typeface="Arial Narrow"/>
              </a:rPr>
              <a:t>Lecturer, AI &amp; Machine Learning, IUEA</a:t>
            </a:r>
          </a:p>
        </p:txBody>
      </p:sp>
      <p:sp>
        <p:nvSpPr>
          <p:cNvPr id="91" name="Outcomes heading">
            <a:extLst xmlns:a="http://schemas.openxmlformats.org/drawingml/2006/main">
              <a:ext uri="{FF2B5EF4-FFF2-40B4-BE49-F238E27FC236}">
                <a16:creationId xmlns:a16="http://schemas.microsoft.com/office/drawing/2014/main" id="{7F8F9A63-8C22-47A2-BAFB-D86ED7E7E1F3}"/>
              </a:ext>
            </a:extLst>
          </p:cNvPr>
          <p:cNvSpPr>
            <a:spLocks xmlns:a="http://schemas.openxmlformats.org/drawingml/2006/main" noGrp="1"/>
          </p:cNvSpPr>
          <p:nvPr/>
        </p:nvSpPr>
        <p:spPr>
          <a:xfrm xmlns:a="http://schemas.openxmlformats.org/drawingml/2006/main" rot="0">
            <a:off x="457200" y="11068050"/>
            <a:ext cx="890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002342"/>
                </a:solidFill>
                <a:latin typeface="Arial"/>
                <a:ea typeface="Arial"/>
                <a:cs typeface="Arial"/>
              </a:defRPr>
            </a:pPr>
            <a:r>
              <a:rPr sz="2025" b="1">
                <a:solidFill>
                  <a:srgbClr val="002342"/>
                </a:solidFill>
                <a:latin typeface="Arial"/>
                <a:ea typeface="Arial"/>
                <a:cs typeface="Arial"/>
              </a:rPr>
              <a:t>By the end of the camp, learners will have:</a:t>
            </a:r>
          </a:p>
        </p:txBody>
      </p:sp>
      <p:pic>
        <p:nvPicPr>
          <p:cNvPr id="195" name=""/>
          <p:cNvPicPr>
            <a:picLocks xmlns:a="http://schemas.openxmlformats.org/drawingml/2006/main" noChangeAspect="1"/>
          </p:cNvPicPr>
          <p:nvPr/>
        </p:nvPicPr>
        <p:blipFill>
          <a:blip xmlns:r="http://schemas.openxmlformats.org/officeDocument/2006/relationships" xmlns:a="http://schemas.openxmlformats.org/drawingml/2006/main" r:embed="R22ddda5bb73a4625"/>
          <a:stretch xmlns:a="http://schemas.openxmlformats.org/drawingml/2006/main"/>
        </p:blipFill>
        <p:spPr>
          <a:xfrm xmlns:a="http://schemas.openxmlformats.org/drawingml/2006/main">
            <a:off x="1247775" y="11581150"/>
            <a:ext cx="485775" cy="431125"/>
          </a:xfrm>
          <a:prstGeom xmlns:a="http://schemas.openxmlformats.org/drawingml/2006/main" prst="rect">
            <a:avLst/>
          </a:prstGeom>
        </p:spPr>
      </p:pic>
      <p:sp>
        <p:nvSpPr>
          <p:cNvPr id="93" name="Outcome 1">
            <a:extLst xmlns:a="http://schemas.openxmlformats.org/drawingml/2006/main">
              <a:ext uri="{FF2B5EF4-FFF2-40B4-BE49-F238E27FC236}">
                <a16:creationId xmlns:a16="http://schemas.microsoft.com/office/drawing/2014/main" id="{DF9EE711-C6B7-4DA7-906D-CB31A3540E58}"/>
              </a:ext>
            </a:extLst>
          </p:cNvPr>
          <p:cNvSpPr>
            <a:spLocks xmlns:a="http://schemas.openxmlformats.org/drawingml/2006/main" noGrp="1"/>
          </p:cNvSpPr>
          <p:nvPr/>
        </p:nvSpPr>
        <p:spPr>
          <a:xfrm xmlns:a="http://schemas.openxmlformats.org/drawingml/2006/main" rot="0">
            <a:off x="581025"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Built a practical</a:t>
            </a:r>
          </a:p>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portfolio project</a:t>
            </a:r>
          </a:p>
        </p:txBody>
      </p:sp>
      <p:pic>
        <p:nvPicPr>
          <p:cNvPr id="197" name=""/>
          <p:cNvPicPr>
            <a:picLocks xmlns:a="http://schemas.openxmlformats.org/drawingml/2006/main" noChangeAspect="1"/>
          </p:cNvPicPr>
          <p:nvPr/>
        </p:nvPicPr>
        <p:blipFill>
          <a:blip xmlns:r="http://schemas.openxmlformats.org/officeDocument/2006/relationships" xmlns:a="http://schemas.openxmlformats.org/drawingml/2006/main" r:embed="R4a03e0dbab3b40f1"/>
          <a:stretch xmlns:a="http://schemas.openxmlformats.org/drawingml/2006/main"/>
        </p:blipFill>
        <p:spPr>
          <a:xfrm xmlns:a="http://schemas.openxmlformats.org/drawingml/2006/main">
            <a:off x="3590330" y="11572875"/>
            <a:ext cx="391716" cy="447675"/>
          </a:xfrm>
          <a:prstGeom xmlns:a="http://schemas.openxmlformats.org/drawingml/2006/main" prst="rect">
            <a:avLst/>
          </a:prstGeom>
        </p:spPr>
      </p:pic>
      <p:sp>
        <p:nvSpPr>
          <p:cNvPr id="95" name="Outcome 2">
            <a:extLst xmlns:a="http://schemas.openxmlformats.org/drawingml/2006/main">
              <a:ext uri="{FF2B5EF4-FFF2-40B4-BE49-F238E27FC236}">
                <a16:creationId xmlns:a16="http://schemas.microsoft.com/office/drawing/2014/main" id="{D6F7CC75-FABE-492C-BDEF-C509B8A0D829}"/>
              </a:ext>
            </a:extLst>
          </p:cNvPr>
          <p:cNvSpPr>
            <a:spLocks xmlns:a="http://schemas.openxmlformats.org/drawingml/2006/main" noGrp="1"/>
          </p:cNvSpPr>
          <p:nvPr/>
        </p:nvSpPr>
        <p:spPr>
          <a:xfrm xmlns:a="http://schemas.openxmlformats.org/drawingml/2006/main" rot="0">
            <a:off x="2876550"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Analysed</a:t>
            </a:r>
          </a:p>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real datasets</a:t>
            </a:r>
          </a:p>
        </p:txBody>
      </p:sp>
      <p:pic>
        <p:nvPicPr>
          <p:cNvPr id="199" name=""/>
          <p:cNvPicPr>
            <a:picLocks xmlns:a="http://schemas.openxmlformats.org/drawingml/2006/main" noChangeAspect="1"/>
          </p:cNvPicPr>
          <p:nvPr/>
        </p:nvPicPr>
        <p:blipFill>
          <a:blip xmlns:r="http://schemas.openxmlformats.org/officeDocument/2006/relationships" xmlns:a="http://schemas.openxmlformats.org/drawingml/2006/main" r:embed="R5b5b470136a94c77"/>
          <a:stretch xmlns:a="http://schemas.openxmlformats.org/drawingml/2006/main"/>
        </p:blipFill>
        <p:spPr>
          <a:xfrm xmlns:a="http://schemas.openxmlformats.org/drawingml/2006/main">
            <a:off x="5857875" y="11572875"/>
            <a:ext cx="447675" cy="447675"/>
          </a:xfrm>
          <a:prstGeom xmlns:a="http://schemas.openxmlformats.org/drawingml/2006/main" prst="rect">
            <a:avLst/>
          </a:prstGeom>
        </p:spPr>
      </p:pic>
      <p:sp>
        <p:nvSpPr>
          <p:cNvPr id="97" name="Outcome 3">
            <a:extLst xmlns:a="http://schemas.openxmlformats.org/drawingml/2006/main">
              <a:ext uri="{FF2B5EF4-FFF2-40B4-BE49-F238E27FC236}">
                <a16:creationId xmlns:a16="http://schemas.microsoft.com/office/drawing/2014/main" id="{6B7DE97B-B700-43C9-B542-40A395770C14}"/>
              </a:ext>
            </a:extLst>
          </p:cNvPr>
          <p:cNvSpPr>
            <a:spLocks xmlns:a="http://schemas.openxmlformats.org/drawingml/2006/main" noGrp="1"/>
          </p:cNvSpPr>
          <p:nvPr/>
        </p:nvSpPr>
        <p:spPr>
          <a:xfrm xmlns:a="http://schemas.openxmlformats.org/drawingml/2006/main" rot="0">
            <a:off x="5172075"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Created data</a:t>
            </a:r>
          </a:p>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visualisations</a:t>
            </a:r>
          </a:p>
        </p:txBody>
      </p:sp>
      <p:pic>
        <p:nvPicPr>
          <p:cNvPr id="201" name=""/>
          <p:cNvPicPr>
            <a:picLocks xmlns:a="http://schemas.openxmlformats.org/drawingml/2006/main" noChangeAspect="1"/>
          </p:cNvPicPr>
          <p:nvPr/>
        </p:nvPicPr>
        <p:blipFill>
          <a:blip xmlns:r="http://schemas.openxmlformats.org/officeDocument/2006/relationships" xmlns:a="http://schemas.openxmlformats.org/drawingml/2006/main" r:embed="Rc0f24f40fd6d42cb"/>
          <a:stretch xmlns:a="http://schemas.openxmlformats.org/drawingml/2006/main"/>
        </p:blipFill>
        <p:spPr>
          <a:xfrm xmlns:a="http://schemas.openxmlformats.org/drawingml/2006/main">
            <a:off x="8153400" y="11572875"/>
            <a:ext cx="447675" cy="447675"/>
          </a:xfrm>
          <a:prstGeom xmlns:a="http://schemas.openxmlformats.org/drawingml/2006/main" prst="rect">
            <a:avLst/>
          </a:prstGeom>
        </p:spPr>
      </p:pic>
      <p:sp>
        <p:nvSpPr>
          <p:cNvPr id="99" name="Outcome 4">
            <a:extLst xmlns:a="http://schemas.openxmlformats.org/drawingml/2006/main">
              <a:ext uri="{FF2B5EF4-FFF2-40B4-BE49-F238E27FC236}">
                <a16:creationId xmlns:a16="http://schemas.microsoft.com/office/drawing/2014/main" id="{A5561E00-07BF-46F9-B4A9-B6BB8A5ED23F}"/>
              </a:ext>
            </a:extLst>
          </p:cNvPr>
          <p:cNvSpPr>
            <a:spLocks xmlns:a="http://schemas.openxmlformats.org/drawingml/2006/main" noGrp="1"/>
          </p:cNvSpPr>
          <p:nvPr/>
        </p:nvSpPr>
        <p:spPr>
          <a:xfrm xmlns:a="http://schemas.openxmlformats.org/drawingml/2006/main" rot="0">
            <a:off x="7467600"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6500BC"/>
                </a:solidFill>
                <a:latin typeface="Arial"/>
                <a:ea typeface="Arial"/>
                <a:cs typeface="Arial"/>
              </a:defRPr>
            </a:pPr>
            <a:r>
              <a:rPr sz="1650" b="1">
                <a:solidFill>
                  <a:srgbClr val="6500BC"/>
                </a:solidFill>
                <a:latin typeface="Arial"/>
                <a:ea typeface="Arial"/>
                <a:cs typeface="Arial"/>
              </a:rPr>
              <a:t>Built a</a:t>
            </a:r>
          </a:p>
          <a:p xmlns:a="http://schemas.openxmlformats.org/drawingml/2006/main">
            <a:pPr algn="ctr">
              <a:defRPr sz="1650" b="1">
                <a:solidFill>
                  <a:srgbClr val="6500BC"/>
                </a:solidFill>
                <a:latin typeface="Arial"/>
                <a:ea typeface="Arial"/>
                <a:cs typeface="Arial"/>
              </a:defRPr>
            </a:pPr>
            <a:r>
              <a:rPr sz="1650" b="1">
                <a:solidFill>
                  <a:srgbClr val="6500BC"/>
                </a:solidFill>
                <a:latin typeface="Arial"/>
                <a:ea typeface="Arial"/>
                <a:cs typeface="Arial"/>
              </a:rPr>
              <a:t>prediction model</a:t>
            </a:r>
          </a:p>
        </p:txBody>
      </p:sp>
      <p:sp>
        <p:nvSpPr>
          <p:cNvPr id="100" name="ML outcome qualifier">
            <a:extLst xmlns:a="http://schemas.openxmlformats.org/drawingml/2006/main">
              <a:ext uri="{FF2B5EF4-FFF2-40B4-BE49-F238E27FC236}">
                <a16:creationId xmlns:a16="http://schemas.microsoft.com/office/drawing/2014/main" id="{254C92F4-BB10-4924-9386-71DB0874294B}"/>
              </a:ext>
            </a:extLst>
          </p:cNvPr>
          <p:cNvSpPr>
            <a:spLocks xmlns:a="http://schemas.openxmlformats.org/drawingml/2006/main" noGrp="1"/>
          </p:cNvSpPr>
          <p:nvPr/>
        </p:nvSpPr>
        <p:spPr>
          <a:xfrm xmlns:a="http://schemas.openxmlformats.org/drawingml/2006/main" rot="0">
            <a:off x="7277100" y="12677775"/>
            <a:ext cx="22002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6500BC"/>
                </a:solidFill>
                <a:latin typeface="Arial"/>
                <a:ea typeface="Arial"/>
                <a:cs typeface="Arial"/>
              </a:defRPr>
            </a:pPr>
            <a:r>
              <a:rPr sz="1350" b="0">
                <a:solidFill>
                  <a:srgbClr val="6500BC"/>
                </a:solidFill>
                <a:latin typeface="Arial"/>
                <a:ea typeface="Arial"/>
                <a:cs typeface="Arial"/>
              </a:rPr>
              <a:t>Machine Learning track</a:t>
            </a:r>
          </a:p>
        </p:txBody>
      </p:sp>
      <p:sp>
        <p:nvSpPr>
          <p:cNvPr id="101" name="Outcomes divider">
            <a:extLst xmlns:a="http://schemas.openxmlformats.org/drawingml/2006/main">
              <a:ext uri="{FF2B5EF4-FFF2-40B4-BE49-F238E27FC236}">
                <a16:creationId xmlns:a16="http://schemas.microsoft.com/office/drawing/2014/main" id="{A41FAC3F-2503-45E5-A39D-EE83A31F5555}"/>
              </a:ext>
            </a:extLst>
          </p:cNvPr>
          <p:cNvSpPr>
            <a:spLocks xmlns:a="http://schemas.openxmlformats.org/drawingml/2006/main" noGrp="1"/>
          </p:cNvSpPr>
          <p:nvPr/>
        </p:nvSpPr>
        <p:spPr>
          <a:xfrm xmlns:a="http://schemas.openxmlformats.org/drawingml/2006/main" rot="0">
            <a:off x="466725" y="12992100"/>
            <a:ext cx="8829675" cy="9525"/>
          </a:xfrm>
          <a:prstGeom xmlns:a="http://schemas.openxmlformats.org/drawingml/2006/main" prst="rect">
            <a:avLst/>
          </a:prstGeom>
          <a:solidFill xmlns:a="http://schemas.openxmlformats.org/drawingml/2006/main">
            <a:srgbClr val="CFDEE8"/>
          </a:solidFill>
          <a:ln xmlns:a="http://schemas.openxmlformats.org/drawingml/2006/main" w="0">
            <a:noFill/>
          </a:ln>
        </p:spPr>
      </p:sp>
      <p:sp>
        <p:nvSpPr>
          <p:cNvPr id="102" name="Audience banner">
            <a:extLst xmlns:a="http://schemas.openxmlformats.org/drawingml/2006/main">
              <a:ext uri="{FF2B5EF4-FFF2-40B4-BE49-F238E27FC236}">
                <a16:creationId xmlns:a16="http://schemas.microsoft.com/office/drawing/2014/main" id="{77BCB941-2F64-42FD-A0C5-5FAE5175AA3B}"/>
              </a:ext>
            </a:extLst>
          </p:cNvPr>
          <p:cNvSpPr>
            <a:spLocks xmlns:a="http://schemas.openxmlformats.org/drawingml/2006/main" noGrp="1"/>
          </p:cNvSpPr>
          <p:nvPr/>
        </p:nvSpPr>
        <p:spPr>
          <a:xfrm xmlns:a="http://schemas.openxmlformats.org/drawingml/2006/main" rot="0">
            <a:off x="0" y="0"/>
            <a:ext cx="9753600" cy="409575"/>
          </a:xfrm>
          <a:prstGeom xmlns:a="http://schemas.openxmlformats.org/drawingml/2006/main" prst="rect">
            <a:avLst/>
          </a:prstGeom>
          <a:solidFill xmlns:a="http://schemas.openxmlformats.org/drawingml/2006/main">
            <a:srgbClr val="002342"/>
          </a:solidFill>
          <a:ln xmlns:a="http://schemas.openxmlformats.org/drawingml/2006/main" w="0">
            <a:noFill/>
          </a:ln>
        </p:spPr>
      </p:sp>
      <p:sp>
        <p:nvSpPr>
          <p:cNvPr id="103" name="Audience">
            <a:extLst xmlns:a="http://schemas.openxmlformats.org/drawingml/2006/main">
              <a:ext uri="{FF2B5EF4-FFF2-40B4-BE49-F238E27FC236}">
                <a16:creationId xmlns:a16="http://schemas.microsoft.com/office/drawing/2014/main" id="{170D34BA-1A12-48B1-A71F-3ECC243F30F7}"/>
              </a:ext>
            </a:extLst>
          </p:cNvPr>
          <p:cNvSpPr>
            <a:spLocks xmlns:a="http://schemas.openxmlformats.org/drawingml/2006/main" noGrp="1"/>
          </p:cNvSpPr>
          <p:nvPr/>
        </p:nvSpPr>
        <p:spPr>
          <a:xfrm xmlns:a="http://schemas.openxmlformats.org/drawingml/2006/main" rot="0">
            <a:off x="228600" y="66675"/>
            <a:ext cx="9296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For S.4, S.5 &amp; S.6 students and school leavers</a:t>
            </a:r>
          </a:p>
        </p:txBody>
      </p:sp>
    </p:spTree>
    <p:extLst>
      <p:ext uri="{BB962C8B-B14F-4D97-AF65-F5344CB8AC3E}">
        <p14:creationId xmlns:p14="http://schemas.microsoft.com/office/powerpoint/2010/main" val="8874507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2026-09-30T18:08:36.6930000Z</dcterms:created>
  <dcterms:modified xsi:type="dcterms:W3CDTF">2026-09-30T18:08:36.6930000Z</dcterms:modified>
</coreProperties>
</file>