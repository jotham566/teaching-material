
<file path=[Content_Types].xml><?xml version="1.0" encoding="utf-8"?>
<Types xmlns="http://schemas.openxmlformats.org/package/2006/content-types">
  <Default Extension="xml" ContentType="application/vnd.openxmlformats-package.core-properties+xml"/>
  <Default Extension="png" ContentType="image/png"/>
  <Default Extension="rels" ContentType="application/vnd.openxmlformats-package.relationships+xml"/>
  <Override PartName="/docProps/app.xml" ContentType="application/vnd.openxmlformats-officedocument.extended-properties+xml"/>
  <Override PartName="/ppt/presentation.xml" ContentType="application/vnd.openxmlformats-officedocument.presentationml.presentation.main+xml"/>
  <Override PartName="/ppt/theme/theme1.xml" ContentType="application/vnd.openxmlformats-officedocument.theme+xml"/>
  <Override PartName="/ppt/slideMasters/slideMaster1.xml" ContentType="application/vnd.openxmlformats-officedocument.presentationml.slideMaster+xml"/>
  <Override PartName="/ppt/slideMasters/theme/theme2.xml" ContentType="application/vnd.openxmlformats-officedocument.theme+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notesMasters/notesMaster1.xml" ContentType="application/vnd.openxmlformats-officedocument.presentationml.notesMaster+xml"/>
  <Override PartName="/ppt/notesMasters/theme/theme3.xml" ContentType="application/vnd.openxmlformats-officedocument.theme+xml"/>
  <Override PartName="/ppt/presProps.xml" ContentType="application/vnd.openxmlformats-officedocument.presentationml.presProps+xml"/>
  <Override PartName="/ppt/tableStyles.xml" ContentType="application/vnd.openxmlformats-officedocument.presentationml.tableStyles+xml"/>
  <Override PartName="/ppt/slides/slide1.xml" ContentType="application/vnd.openxmlformats-officedocument.presentationml.slide+xml"/>
  <Override PartName="/ppt/notesSlides/notesSlide1.xml" ContentType="application/vnd.openxmlformats-officedocument.presentationml.notesSlide+xml"/>
</Types>
</file>

<file path=_rels/.rels>&#65279;<?xml version="1.0" encoding="utf-8"?><Relationships xmlns="http://schemas.openxmlformats.org/package/2006/relationships"><Relationship Type="http://schemas.openxmlformats.org/package/2006/relationships/metadata/core-properties" Target="/docProps/core.xml" Id="Re194873da1c84bf6" /><Relationship Type="http://schemas.openxmlformats.org/officeDocument/2006/relationships/extended-properties" Target="/docProps/app.xml" Id="R2b3edbaad2cd4aa5" /><Relationship Type="http://schemas.openxmlformats.org/officeDocument/2006/relationships/officeDocument" Target="/ppt/presentation.xml" Id="Rb063bd45ab2141e9" /></Relationships>
</file>

<file path=ppt/presentation.xml><?xml version="1.0" encoding="utf-8"?>
<p:presentation xmlns:p="http://schemas.openxmlformats.org/presentationml/2006/main">
  <p:sldMasterIdLst>
    <p:sldMasterId xmlns:r="http://schemas.openxmlformats.org/officeDocument/2006/relationships" id="2147483648" r:id="Rbd6b8a2bb5d443a8"/>
  </p:sldMasterIdLst>
  <p:notesMasterIdLst>
    <p:notesMasterId xmlns:r="http://schemas.openxmlformats.org/officeDocument/2006/relationships" r:id="R8fb2dd6da09d4093"/>
  </p:notesMasterIdLst>
  <p:sldIdLst>
    <p:sldId xmlns:r="http://schemas.openxmlformats.org/officeDocument/2006/relationships" id="256" r:id="R8f8673e6000549ac"/>
  </p:sldIdLst>
  <p:sldSz cx="9753600" cy="15849600"/>
  <p:notesSz cx="6858000" cy="9144000"/>
</p:presentation>
</file>

<file path=ppt/presProps.xml><?xml version="1.0" encoding="utf-8"?>
<p:presentationPr xmlns:p="http://schemas.openxmlformats.org/presentationml/2006/main">
  <p:extLst>
    <p:ext xmlns:p14="http://schemas.microsoft.com/office/powerpoint/2010/main" uri="{E76CE94A-603C-4142-B9EB-6D1370010A27}">
      <p14:discardImageEditData val="0"/>
    </p:ext>
    <p:ext xmlns:p14="http://schemas.microsoft.com/office/powerpoint/2010/main" uri="{D31A062A-798A-4329-ABDD-BBA856620510}">
      <p14:defaultImageDpi val="32767"/>
    </p:ext>
    <p:ext xmlns:p15="http://schemas.microsoft.com/office/powerpoint/2012/main" uri="{FD5EFAAD-0ECE-453E-9831-46B23BE46B34}">
      <p15:chartTrackingRefBased val="1"/>
    </p:ext>
  </p:extLst>
</p:presentationPr>
</file>

<file path=ppt/tableStyles.xml><?xml version="1.0" encoding="utf-8"?>
<a:tblStyleLst xmlns:a="http://schemas.openxmlformats.org/drawingml/2006/main" def="{5C22544A-7EE6-4342-B048-85BDC9FD1C3A}"/>
</file>

<file path=ppt/_rels/presentation.xml.rels>&#65279;<?xml version="1.0" encoding="utf-8"?><Relationships xmlns="http://schemas.openxmlformats.org/package/2006/relationships"><Relationship Type="http://schemas.openxmlformats.org/officeDocument/2006/relationships/theme" Target="/ppt/theme/theme1.xml" Id="R082e911f934e4f81" /><Relationship Type="http://schemas.openxmlformats.org/officeDocument/2006/relationships/slideMaster" Target="/ppt/slideMasters/slideMaster1.xml" Id="Rbd6b8a2bb5d443a8" /><Relationship Type="http://schemas.openxmlformats.org/officeDocument/2006/relationships/notesMaster" Target="/ppt/notesMasters/notesMaster1.xml" Id="R8fb2dd6da09d4093" /><Relationship Type="http://schemas.openxmlformats.org/officeDocument/2006/relationships/presProps" Target="/ppt/presProps.xml" Id="Re2ee3a5eb87c42e8" /><Relationship Type="http://schemas.openxmlformats.org/officeDocument/2006/relationships/tableStyles" Target="/ppt/tableStyles.xml" Id="R6d3be18cb9a844a7" /><Relationship Type="http://schemas.openxmlformats.org/officeDocument/2006/relationships/slide" Target="/ppt/slides/slide1.xml" Id="R8f8673e6000549ac" /></Relationships>
</file>

<file path=ppt/notesMasters/_rels/notesMaster1.xml.rels>&#65279;<?xml version="1.0" encoding="utf-8"?><Relationships xmlns="http://schemas.openxmlformats.org/package/2006/relationships"><Relationship Type="http://schemas.openxmlformats.org/officeDocument/2006/relationships/theme" Target="/ppt/notesMasters/theme/theme3.xml" Id="R23b677a8ddee4d44" /></Relationships>
</file>

<file path=ppt/notesMasters/notesMaster1.xml><?xml version="1.0" encoding="utf-8"?>
<p:notesMaster xmlns:p="http://schemas.openxmlformats.org/presentationml/2006/main">
  <p:cSld>
    <p:bg>
      <p:bgRef idx="1001">
        <a:schemeClr xmlns:a="http://schemas.openxmlformats.org/drawingml/2006/main" val="bg1"/>
      </p:bgRef>
    </p:bg>
    <p:spTree>
      <p:nvGrpSpPr>
        <p:cNvPr id="1" name=""/>
        <p:cNvGrpSpPr/>
        <p:nvPr/>
      </p:nvGrpSpPr>
      <p:grpSpPr>
        <a:xfrm xmlns:a="http://schemas.openxmlformats.org/drawingml/2006/main"/>
      </p:grpSpPr>
      <p:sp>
        <p:nvSpPr>
          <p:cNvPr id="2" name="Header Placeholder"/>
          <p:cNvSpPr/>
          <p:nvPr>
            <p:ph type="hdr" sz="quarter"/>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3" name="Date Placeholder"/>
          <p:cNvSpPr/>
          <p:nvPr>
            <p:ph type="dt" sz="quarter" idx="1"/>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4" name="Slide Image Placeholder"/>
          <p:cNvSpPr/>
          <p:nvPr>
            <p:ph type="sldImg" idx="2"/>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5" name="Notes Placeholder"/>
          <p:cNvSpPr/>
          <p:nvPr>
            <p:ph type="body" sz="quarter" idx="3"/>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6" name="Footer Placeholder"/>
          <p:cNvSpPr/>
          <p:nvPr>
            <p:ph type="ftr" sz="quarter" idx="4"/>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7" name="Slide Number Placeholder"/>
          <p:cNvSpPr/>
          <p:nvPr>
            <p:ph type="sldNum" sz="quarter" idx="5"/>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Tree>
  </p:cSld>
  <p:clrMap bg1="lt1" tx1="dk1" bg2="lt2" tx2="dk2" accent1="accent1" accent2="accent2" accent3="accent3" accent4="accent4" accent5="accent5" accent6="accent6" hlink="hlink" folHlink="folHlink"/>
  <p:notesStyle>
    <a:lvl1pPr xmlns:a="http://schemas.openxmlformats.org/drawingml/2006/main" marL="0" algn="l" defTabSz="914400" rtl="0" eaLnBrk="1" latinLnBrk="0" hangingPunct="1">
      <a:defRPr sz="1200" kern="1200"/>
    </a:lvl1pPr>
  </p:notesStyle>
</p:notesMaster>
</file>

<file path=ppt/notesMasters/theme/theme3.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Aptos"/>
        <a:ea typeface=""/>
        <a:cs typeface=""/>
      </a:majorFont>
      <a:minorFont>
        <a:latin typeface="Aptos"/>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notesSlides/_rels/notesSlide1.xml.rels>&#65279;<?xml version="1.0" encoding="utf-8"?><Relationships xmlns="http://schemas.openxmlformats.org/package/2006/relationships"><Relationship Type="http://schemas.openxmlformats.org/officeDocument/2006/relationships/slide" Target="/ppt/slides/slide1.xml" Id="R24deb3e9c2d4494a" /><Relationship Type="http://schemas.openxmlformats.org/officeDocument/2006/relationships/notesMaster" Target="/ppt/notesMasters/notesMaster1.xml" Id="Racedc8a1efc74eb1" /></Relationships>
</file>

<file path=ppt/notesSlides/notesSlide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 Blended portrait revision</a:t>
            </a:r>
          </a:p>
          <a:p xmlns:a="http://schemas.openxmlformats.org/drawingml/2006/main">
            <a:r>
              <a:t/>
            </a:r>
          </a:p>
          <a:p xmlns:a="http://schemas.openxmlformats.org/drawingml/2006/main">
            <a:r>
              <a:t>The visible portrait uses the original organiser-supplied JPEG. RGB pixels were copied directly from that photograph; only the alpha channel changed. A non-generative Apple Vision foreground mask removes the grey background. The mask boundary is contracted by three source pixels and softened by a 1.4-pixel blur. A short alpha fade at the photo's side and bottom edges prevents a hard rectangular cutoff. The face, clothing, pose and original 1856:2292 proportions are preserved. No face or body was generated, reshaped or retouched.</a:t>
            </a:r>
          </a:p>
          <a:p xmlns:a="http://schemas.openxmlformats.org/drawingml/2006/main">
            <a:r>
              <a:t/>
            </a:r>
          </a:p>
          <a:p xmlns:a="http://schemas.openxmlformats.org/drawingml/2006/main">
            <a:r>
              <a:t>Classroom, desk and decorative background artwork is retained from the prior original-style reconstruction. All copy, learning ticks, illustrated outcomes, library logos, fees and QR are unchanged from the outcomes edition. Source icon URLs and license notices are included in assets. The QR points to https://wa.me/256750990718.</a:t>
            </a:r>
          </a:p>
          <a:p xmlns:a="http://schemas.openxmlformats.org/drawingml/2006/main">
            <a:r>
              <a:t/>
            </a:r>
          </a:p>
          <a:p xmlns:a="http://schemas.openxmlformats.org/drawingml/2006/main">
            <a:r>
              <a:t/>
            </a:r>
          </a:p>
          <a:p xmlns:a="http://schemas.openxmlformats.org/drawingml/2006/main">
            <a:r>
              <a:t>Compact edition: the desk, books, mug and repeated footer slogan are removed. The eligibility line is retained beneath the booking block. All other content and the portrait asset are unchanged. Canvas: 1024 × 1664.</a:t>
            </a:r>
          </a:p>
          <a:p xmlns:a="http://schemas.openxmlformats.org/drawingml/2006/main">
            <a:r>
              <a:t/>
            </a:r>
          </a:p>
          <a:p xmlns:a="http://schemas.openxmlformats.org/drawingml/2006/main">
            <a:r>
              <a:t>Audience-first edition: eligibility leads in a navy banner; Only 15 places is highlighted in yellow. Canvas remains 1024 × 1664.</a:t>
            </a:r>
          </a:p>
          <a:p xmlns:a="http://schemas.openxmlformats.org/drawingml/2006/main">
            <a:r>
              <a:t/>
            </a:r>
          </a:p>
          <a:p xmlns:a="http://schemas.openxmlformats.org/drawingml/2006/main">
            <a:r>
              <a:t>Typography edition: larger supporting text, regular-width skills, clearer hierarchy and a full-width email line. Same 1024 × 1664 canvas and unchanged portrait asset.</a:t>
            </a:r>
          </a:p>
          <a:p xmlns:a="http://schemas.openxmlformats.org/drawingml/2006/main">
            <a:r>
              <a:t/>
            </a:r>
          </a:p>
          <a:p xmlns:a="http://schemas.openxmlformats.org/drawingml/2006/main">
            <a:r>
              <a:t>Pricing updated by organiser on 30 September 2026: UGX 1,000,000 per learner for groups of 1–5. This supersedes the previous two-tier prices.</a:t>
            </a:r>
          </a:p>
          <a:p xmlns:a="http://schemas.openxmlformats.org/drawingml/2006/main">
            <a:r>
              <a:t/>
            </a:r>
          </a:p>
          <a:p xmlns:a="http://schemas.openxmlformats.org/drawingml/2006/main">
            <a:r>
              <a:t>Audience placement revision: eligibility moved from the top banner to the slogan area below the headline, enlarged to 32 px bold across two lines. The rest of the layout and pricing remain unchanged.</a:t>
            </a:r>
          </a:p>
          <a:p xmlns:a="http://schemas.openxmlformats.org/drawingml/2006/main">
            <a:r>
              <a:t/>
            </a:r>
          </a:p>
          <a:p xmlns:a="http://schemas.openxmlformats.org/drawingml/2006/main">
            <a:r>
              <a:t>Credentials edition: portrait removed from all flyer exports. Credentials panel uses the name, role, teaching affiliation, master’s and incoming PhD wording supplied in the original reference flyer. No new qualifications were inferred.</a:t>
            </a:r>
          </a:p>
          <a:p xmlns:a="http://schemas.openxmlformats.org/drawingml/2006/main">
            <a:r>
              <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slideLayouts/_rels/slideLayout1.xml.rels>&#65279;<?xml version="1.0" encoding="utf-8"?><Relationships xmlns="http://schemas.openxmlformats.org/package/2006/relationships"><Relationship Type="http://schemas.openxmlformats.org/officeDocument/2006/relationships/slideMaster" Target="/ppt/slideMasters/slideMaster1.xml" Id="Rd50fd52c90c3414c" /></Relationships>
</file>

<file path=ppt/slideLayouts/_rels/slideLayout2.xml.rels>&#65279;<?xml version="1.0" encoding="utf-8"?><Relationships xmlns="http://schemas.openxmlformats.org/package/2006/relationships"><Relationship Type="http://schemas.openxmlformats.org/officeDocument/2006/relationships/slideMaster" Target="/ppt/slideMasters/slideMaster1.xml" Id="R7e06acef6b8e4b63" /></Relationships>
</file>

<file path=ppt/slideLayouts/_rels/slideLayout3.xml.rels>&#65279;<?xml version="1.0" encoding="utf-8"?><Relationships xmlns="http://schemas.openxmlformats.org/package/2006/relationships"><Relationship Type="http://schemas.openxmlformats.org/officeDocument/2006/relationships/slideMaster" Target="/ppt/slideMasters/slideMaster1.xml" Id="Rbb98f1744fa34aca" /></Relationships>
</file>

<file path=ppt/slideLayouts/_rels/slideLayout4.xml.rels>&#65279;<?xml version="1.0" encoding="utf-8"?><Relationships xmlns="http://schemas.openxmlformats.org/package/2006/relationships"><Relationship Type="http://schemas.openxmlformats.org/officeDocument/2006/relationships/slideMaster" Target="/ppt/slideMasters/slideMaster1.xml" Id="R96f2a6646c084a6d" /></Relationships>
</file>

<file path=ppt/slideLayouts/_rels/slideLayout5.xml.rels>&#65279;<?xml version="1.0" encoding="utf-8"?><Relationships xmlns="http://schemas.openxmlformats.org/package/2006/relationships"><Relationship Type="http://schemas.openxmlformats.org/officeDocument/2006/relationships/slideMaster" Target="/ppt/slideMasters/slideMaster1.xml" Id="R98e191ce472c44ee" /></Relationships>
</file>

<file path=ppt/slideLayouts/_rels/slideLayout6.xml.rels>&#65279;<?xml version="1.0" encoding="utf-8"?><Relationships xmlns="http://schemas.openxmlformats.org/package/2006/relationships"><Relationship Type="http://schemas.openxmlformats.org/officeDocument/2006/relationships/slideMaster" Target="/ppt/slideMasters/slideMaster1.xml" Id="R64eff95bc4ff4067" /></Relationships>
</file>

<file path=ppt/slideLayouts/slideLayout1.xml><?xml version="1.0" encoding="utf-8"?>
<p:sldLayout xmlns:p="http://schemas.openxmlformats.org/presentationml/2006/main" type="title">
  <p:cSld name="Title Slide">
    <p:spTree>
      <p:nvGrpSpPr>
        <p:cNvPr id="1" name=""/>
        <p:cNvGrpSpPr/>
        <p:nvPr/>
      </p:nvGrpSpPr>
      <p:grpSpPr>
        <a:xfrm xmlns:a="http://schemas.openxmlformats.org/drawingml/2006/main"/>
      </p:grpSpPr>
      <p:sp>
        <p:nvSpPr>
          <p:cNvPr id="3" name="Title">
            <a:extLst xmlns:a="http://schemas.openxmlformats.org/drawingml/2006/main">
              <a:ext uri="{FF2B5EF4-FFF2-40B4-BE49-F238E27FC236}">
                <a16:creationId xmlns:a16="http://schemas.microsoft.com/office/drawing/2014/main" id="{EF7CE8C7-F7F3-4471-AF3C-916E3D63889D}"/>
              </a:ext>
            </a:extLst>
          </p:cNvPr>
          <p:cNvSpPr>
            <a:spLocks xmlns:a="http://schemas.openxmlformats.org/drawingml/2006/main" noGrp="1"/>
          </p:cNvSpPr>
          <p:nvPr>
            <p:ph type="title" idx="0"/>
          </p:nvPr>
        </p:nvSpPr>
        <p:spPr>
          <a:xfrm xmlns:a="http://schemas.openxmlformats.org/drawingml/2006/main">
            <a:off x="975360" y="5987627"/>
            <a:ext cx="7802880" cy="2289387"/>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ctr">
            <a:normAutofit/>
          </a:bodyPr>
          <a:lstStyle xmlns:a="http://schemas.openxmlformats.org/drawingml/2006/main">
            <a:defPPr algn="ctr">
              <a:defRPr sz="3840" b="1">
                <a:solidFill>
                  <a:schemeClr val="tx1"/>
                </a:solidFill>
                <a:latin typeface="+mj-lt"/>
                <a:ea typeface="+mj-lt"/>
                <a:cs typeface="+mj-lt"/>
              </a:defRPr>
            </a:defPPr>
            <a:lvl1pPr marL="0" indent="0">
              <a:lnSpc>
                <a:spcPct val="110000"/>
              </a:lnSpc>
              <a:spcBef>
                <a:spcPts val="0"/>
              </a:spcBef>
              <a:spcAft>
                <a:spcPts val="0"/>
              </a:spcAft>
              <a:buNone/>
            </a:lvl1pPr>
            <a:lvl2pPr marL="0" indent="0">
              <a:lnSpc>
                <a:spcPct val="110000"/>
              </a:lnSpc>
              <a:spcBef>
                <a:spcPts val="0"/>
              </a:spcBef>
              <a:spcAft>
                <a:spcPts val="0"/>
              </a:spcAft>
              <a:buNone/>
            </a:lvl2pPr>
            <a:lvl3pPr marL="0" indent="0">
              <a:lnSpc>
                <a:spcPct val="110000"/>
              </a:lnSpc>
              <a:spcBef>
                <a:spcPts val="0"/>
              </a:spcBef>
              <a:spcAft>
                <a:spcPts val="0"/>
              </a:spcAft>
              <a:buNone/>
            </a:lvl3pPr>
            <a:lvl4pPr marL="0" indent="0">
              <a:lnSpc>
                <a:spcPct val="110000"/>
              </a:lnSpc>
              <a:spcBef>
                <a:spcPts val="0"/>
              </a:spcBef>
              <a:spcAft>
                <a:spcPts val="0"/>
              </a:spcAft>
              <a:buNone/>
            </a:lvl4pPr>
            <a:lvl5pPr marL="0" indent="0">
              <a:lnSpc>
                <a:spcPct val="110000"/>
              </a:lnSpc>
              <a:spcBef>
                <a:spcPts val="0"/>
              </a:spcBef>
              <a:spcAft>
                <a:spcPts val="0"/>
              </a:spcAft>
              <a:buNone/>
            </a:lvl5pPr>
            <a:lvl6pPr marL="0" indent="0">
              <a:lnSpc>
                <a:spcPct val="110000"/>
              </a:lnSpc>
              <a:spcBef>
                <a:spcPts val="0"/>
              </a:spcBef>
              <a:spcAft>
                <a:spcPts val="0"/>
              </a:spcAft>
              <a:buNone/>
            </a:lvl6pPr>
            <a:lvl7pPr marL="0" indent="0">
              <a:lnSpc>
                <a:spcPct val="110000"/>
              </a:lnSpc>
              <a:spcBef>
                <a:spcPts val="0"/>
              </a:spcBef>
              <a:spcAft>
                <a:spcPts val="0"/>
              </a:spcAft>
              <a:buNone/>
            </a:lvl7pPr>
            <a:lvl8pPr marL="0" indent="0">
              <a:lnSpc>
                <a:spcPct val="110000"/>
              </a:lnSpc>
              <a:spcBef>
                <a:spcPts val="0"/>
              </a:spcBef>
              <a:spcAft>
                <a:spcPts val="0"/>
              </a:spcAft>
              <a:buNone/>
            </a:lvl8pPr>
            <a:lvl9pPr marL="0" indent="0">
              <a:lnSpc>
                <a:spcPct val="110000"/>
              </a:lnSpc>
              <a:spcBef>
                <a:spcPts val="0"/>
              </a:spcBef>
              <a:spcAft>
                <a:spcPts val="0"/>
              </a:spcAft>
              <a:buNone/>
            </a:lvl9pPr>
          </a:lstStyle>
          <a:p xmlns:a="http://schemas.openxmlformats.org/drawingml/2006/main"/>
        </p:txBody>
      </p:sp>
      <p:sp>
        <p:nvSpPr>
          <p:cNvPr id="2" name="Subtitle">
            <a:extLst xmlns:a="http://schemas.openxmlformats.org/drawingml/2006/main">
              <a:ext uri="{FF2B5EF4-FFF2-40B4-BE49-F238E27FC236}">
                <a16:creationId xmlns:a16="http://schemas.microsoft.com/office/drawing/2014/main" id="{806F7D89-4515-4379-A51C-457BADC75F10}"/>
              </a:ext>
            </a:extLst>
          </p:cNvPr>
          <p:cNvSpPr>
            <a:spLocks xmlns:a="http://schemas.openxmlformats.org/drawingml/2006/main" noGrp="1"/>
          </p:cNvSpPr>
          <p:nvPr>
            <p:ph type="subTitle" idx="1"/>
          </p:nvPr>
        </p:nvSpPr>
        <p:spPr>
          <a:xfrm xmlns:a="http://schemas.openxmlformats.org/drawingml/2006/main">
            <a:off x="1463040" y="8717280"/>
            <a:ext cx="6827520" cy="1761067"/>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ctr">
            <a:normAutofit/>
          </a:bodyPr>
          <a:lstStyle xmlns:a="http://schemas.openxmlformats.org/drawingml/2006/main">
            <a:defPPr algn="ctr">
              <a:defRPr sz="1680" b="0">
                <a:solidFill>
                  <a:schemeClr val="tx1"/>
                </a:solidFill>
                <a:latin typeface="+mn-lt"/>
                <a:ea typeface="+mn-lt"/>
                <a:cs typeface="+mn-lt"/>
              </a:defRPr>
            </a:defPPr>
            <a:lvl1pPr marL="0" indent="0">
              <a:lnSpc>
                <a:spcPct val="110000"/>
              </a:lnSpc>
              <a:spcBef>
                <a:spcPts val="0"/>
              </a:spcBef>
              <a:spcAft>
                <a:spcPts val="0"/>
              </a:spcAft>
              <a:buNone/>
            </a:lvl1pPr>
            <a:lvl2pPr marL="0" indent="0">
              <a:lnSpc>
                <a:spcPct val="110000"/>
              </a:lnSpc>
              <a:spcBef>
                <a:spcPts val="0"/>
              </a:spcBef>
              <a:spcAft>
                <a:spcPts val="0"/>
              </a:spcAft>
              <a:buNone/>
            </a:lvl2pPr>
            <a:lvl3pPr marL="0" indent="0">
              <a:lnSpc>
                <a:spcPct val="110000"/>
              </a:lnSpc>
              <a:spcBef>
                <a:spcPts val="0"/>
              </a:spcBef>
              <a:spcAft>
                <a:spcPts val="0"/>
              </a:spcAft>
              <a:buNone/>
            </a:lvl3pPr>
            <a:lvl4pPr marL="0" indent="0">
              <a:lnSpc>
                <a:spcPct val="110000"/>
              </a:lnSpc>
              <a:spcBef>
                <a:spcPts val="0"/>
              </a:spcBef>
              <a:spcAft>
                <a:spcPts val="0"/>
              </a:spcAft>
              <a:buNone/>
            </a:lvl4pPr>
            <a:lvl5pPr marL="0" indent="0">
              <a:lnSpc>
                <a:spcPct val="110000"/>
              </a:lnSpc>
              <a:spcBef>
                <a:spcPts val="0"/>
              </a:spcBef>
              <a:spcAft>
                <a:spcPts val="0"/>
              </a:spcAft>
              <a:buNone/>
            </a:lvl5pPr>
            <a:lvl6pPr marL="0" indent="0">
              <a:lnSpc>
                <a:spcPct val="110000"/>
              </a:lnSpc>
              <a:spcBef>
                <a:spcPts val="0"/>
              </a:spcBef>
              <a:spcAft>
                <a:spcPts val="0"/>
              </a:spcAft>
              <a:buNone/>
            </a:lvl6pPr>
            <a:lvl7pPr marL="0" indent="0">
              <a:lnSpc>
                <a:spcPct val="110000"/>
              </a:lnSpc>
              <a:spcBef>
                <a:spcPts val="0"/>
              </a:spcBef>
              <a:spcAft>
                <a:spcPts val="0"/>
              </a:spcAft>
              <a:buNone/>
            </a:lvl7pPr>
            <a:lvl8pPr marL="0" indent="0">
              <a:lnSpc>
                <a:spcPct val="110000"/>
              </a:lnSpc>
              <a:spcBef>
                <a:spcPts val="0"/>
              </a:spcBef>
              <a:spcAft>
                <a:spcPts val="0"/>
              </a:spcAft>
              <a:buNone/>
            </a:lvl8pPr>
            <a:lvl9pPr marL="0" indent="0">
              <a:lnSpc>
                <a:spcPct val="110000"/>
              </a:lnSpc>
              <a:spcBef>
                <a:spcPts val="0"/>
              </a:spcBef>
              <a:spcAft>
                <a:spcPts val="0"/>
              </a:spcAft>
              <a:buNone/>
            </a:lvl9pPr>
          </a:lstStyle>
          <a:p xmlns:a="http://schemas.openxmlformats.org/drawingml/2006/main"/>
        </p:txBody>
      </p:sp>
    </p:spTree>
  </p:cSld>
</p:sldLayout>
</file>

<file path=ppt/slideLayouts/slideLayout2.xml><?xml version="1.0" encoding="utf-8"?>
<p:sldLayout xmlns:p="http://schemas.openxmlformats.org/presentationml/2006/main">
  <p:cSld name="Section Header">
    <p:spTree>
      <p:nvGrpSpPr>
        <p:cNvPr id="1" name=""/>
        <p:cNvGrpSpPr/>
        <p:nvPr/>
      </p:nvGrpSpPr>
      <p:grpSpPr>
        <a:xfrm xmlns:a="http://schemas.openxmlformats.org/drawingml/2006/main"/>
      </p:grpSpPr>
      <p:sp>
        <p:nvSpPr>
          <p:cNvPr id="2" name="Section title">
            <a:extLst xmlns:a="http://schemas.openxmlformats.org/drawingml/2006/main">
              <a:ext uri="{FF2B5EF4-FFF2-40B4-BE49-F238E27FC236}">
                <a16:creationId xmlns:a16="http://schemas.microsoft.com/office/drawing/2014/main" id="{C1BC1FBB-2C21-4BD9-8880-F62350234855}"/>
              </a:ext>
            </a:extLst>
          </p:cNvPr>
          <p:cNvSpPr>
            <a:spLocks xmlns:a="http://schemas.openxmlformats.org/drawingml/2006/main" noGrp="1"/>
          </p:cNvSpPr>
          <p:nvPr>
            <p:ph type="title" idx="0"/>
          </p:nvPr>
        </p:nvSpPr>
        <p:spPr>
          <a:xfrm xmlns:a="http://schemas.openxmlformats.org/drawingml/2006/main">
            <a:off x="975360" y="6604000"/>
            <a:ext cx="7802880" cy="26416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ctr">
            <a:normAutofit/>
          </a:bodyPr>
          <a:lstStyle xmlns:a="http://schemas.openxmlformats.org/drawingml/2006/main">
            <a:defPPr algn="ctr">
              <a:defRPr sz="3360" b="1">
                <a:solidFill>
                  <a:schemeClr val="tx1"/>
                </a:solidFill>
                <a:latin typeface="+mj-lt"/>
                <a:ea typeface="+mj-lt"/>
                <a:cs typeface="+mj-lt"/>
              </a:defRPr>
            </a:defPPr>
            <a:lvl1pPr marL="0" indent="0">
              <a:lnSpc>
                <a:spcPct val="110000"/>
              </a:lnSpc>
              <a:spcBef>
                <a:spcPts val="0"/>
              </a:spcBef>
              <a:spcAft>
                <a:spcPts val="0"/>
              </a:spcAft>
              <a:buNone/>
            </a:lvl1pPr>
            <a:lvl2pPr marL="0" indent="0">
              <a:lnSpc>
                <a:spcPct val="110000"/>
              </a:lnSpc>
              <a:spcBef>
                <a:spcPts val="0"/>
              </a:spcBef>
              <a:spcAft>
                <a:spcPts val="0"/>
              </a:spcAft>
              <a:buNone/>
            </a:lvl2pPr>
            <a:lvl3pPr marL="0" indent="0">
              <a:lnSpc>
                <a:spcPct val="110000"/>
              </a:lnSpc>
              <a:spcBef>
                <a:spcPts val="0"/>
              </a:spcBef>
              <a:spcAft>
                <a:spcPts val="0"/>
              </a:spcAft>
              <a:buNone/>
            </a:lvl3pPr>
            <a:lvl4pPr marL="0" indent="0">
              <a:lnSpc>
                <a:spcPct val="110000"/>
              </a:lnSpc>
              <a:spcBef>
                <a:spcPts val="0"/>
              </a:spcBef>
              <a:spcAft>
                <a:spcPts val="0"/>
              </a:spcAft>
              <a:buNone/>
            </a:lvl4pPr>
            <a:lvl5pPr marL="0" indent="0">
              <a:lnSpc>
                <a:spcPct val="110000"/>
              </a:lnSpc>
              <a:spcBef>
                <a:spcPts val="0"/>
              </a:spcBef>
              <a:spcAft>
                <a:spcPts val="0"/>
              </a:spcAft>
              <a:buNone/>
            </a:lvl5pPr>
            <a:lvl6pPr marL="0" indent="0">
              <a:lnSpc>
                <a:spcPct val="110000"/>
              </a:lnSpc>
              <a:spcBef>
                <a:spcPts val="0"/>
              </a:spcBef>
              <a:spcAft>
                <a:spcPts val="0"/>
              </a:spcAft>
              <a:buNone/>
            </a:lvl6pPr>
            <a:lvl7pPr marL="0" indent="0">
              <a:lnSpc>
                <a:spcPct val="110000"/>
              </a:lnSpc>
              <a:spcBef>
                <a:spcPts val="0"/>
              </a:spcBef>
              <a:spcAft>
                <a:spcPts val="0"/>
              </a:spcAft>
              <a:buNone/>
            </a:lvl7pPr>
            <a:lvl8pPr marL="0" indent="0">
              <a:lnSpc>
                <a:spcPct val="110000"/>
              </a:lnSpc>
              <a:spcBef>
                <a:spcPts val="0"/>
              </a:spcBef>
              <a:spcAft>
                <a:spcPts val="0"/>
              </a:spcAft>
              <a:buNone/>
            </a:lvl8pPr>
            <a:lvl9pPr marL="0" indent="0">
              <a:lnSpc>
                <a:spcPct val="110000"/>
              </a:lnSpc>
              <a:spcBef>
                <a:spcPts val="0"/>
              </a:spcBef>
              <a:spcAft>
                <a:spcPts val="0"/>
              </a:spcAft>
              <a:buNone/>
            </a:lvl9pPr>
          </a:lstStyle>
          <a:p xmlns:a="http://schemas.openxmlformats.org/drawingml/2006/main"/>
        </p:txBody>
      </p:sp>
    </p:spTree>
  </p:cSld>
</p:sldLayout>
</file>

<file path=ppt/slideLayouts/slideLayout3.xml><?xml version="1.0" encoding="utf-8"?>
<p:sldLayout xmlns:p="http://schemas.openxmlformats.org/presentationml/2006/main">
  <p:cSld name="Title and Body">
    <p:spTree>
      <p:nvGrpSpPr>
        <p:cNvPr id="1" name=""/>
        <p:cNvGrpSpPr/>
        <p:nvPr/>
      </p:nvGrpSpPr>
      <p:grpSpPr>
        <a:xfrm xmlns:a="http://schemas.openxmlformats.org/drawingml/2006/main"/>
      </p:grpSpPr>
      <p:sp>
        <p:nvSpPr>
          <p:cNvPr id="3" name="Title">
            <a:extLst xmlns:a="http://schemas.openxmlformats.org/drawingml/2006/main">
              <a:ext uri="{FF2B5EF4-FFF2-40B4-BE49-F238E27FC236}">
                <a16:creationId xmlns:a16="http://schemas.microsoft.com/office/drawing/2014/main" id="{9781D87A-7AE1-4935-BB87-71B384108B97}"/>
              </a:ext>
            </a:extLst>
          </p:cNvPr>
          <p:cNvSpPr>
            <a:spLocks xmlns:a="http://schemas.openxmlformats.org/drawingml/2006/main" noGrp="1"/>
          </p:cNvSpPr>
          <p:nvPr>
            <p:ph type="title" idx="0"/>
          </p:nvPr>
        </p:nvSpPr>
        <p:spPr>
          <a:xfrm xmlns:a="http://schemas.openxmlformats.org/drawingml/2006/main">
            <a:off x="548640" y="1232747"/>
            <a:ext cx="8656320" cy="1937173"/>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640" b="1">
                <a:solidFill>
                  <a:schemeClr val="tx1"/>
                </a:solidFill>
                <a:latin typeface="+mj-lt"/>
                <a:ea typeface="+mj-lt"/>
                <a:cs typeface="+mj-lt"/>
              </a:defRPr>
            </a:defPPr>
            <a:lvl1pPr marL="0" indent="0">
              <a:lnSpc>
                <a:spcPct val="110000"/>
              </a:lnSpc>
              <a:spcBef>
                <a:spcPts val="0"/>
              </a:spcBef>
              <a:spcAft>
                <a:spcPts val="0"/>
              </a:spcAft>
              <a:buNone/>
            </a:lvl1pPr>
            <a:lvl2pPr marL="0" indent="0">
              <a:lnSpc>
                <a:spcPct val="110000"/>
              </a:lnSpc>
              <a:spcBef>
                <a:spcPts val="0"/>
              </a:spcBef>
              <a:spcAft>
                <a:spcPts val="0"/>
              </a:spcAft>
              <a:buNone/>
            </a:lvl2pPr>
            <a:lvl3pPr marL="0" indent="0">
              <a:lnSpc>
                <a:spcPct val="110000"/>
              </a:lnSpc>
              <a:spcBef>
                <a:spcPts val="0"/>
              </a:spcBef>
              <a:spcAft>
                <a:spcPts val="0"/>
              </a:spcAft>
              <a:buNone/>
            </a:lvl3pPr>
            <a:lvl4pPr marL="0" indent="0">
              <a:lnSpc>
                <a:spcPct val="110000"/>
              </a:lnSpc>
              <a:spcBef>
                <a:spcPts val="0"/>
              </a:spcBef>
              <a:spcAft>
                <a:spcPts val="0"/>
              </a:spcAft>
              <a:buNone/>
            </a:lvl4pPr>
            <a:lvl5pPr marL="0" indent="0">
              <a:lnSpc>
                <a:spcPct val="110000"/>
              </a:lnSpc>
              <a:spcBef>
                <a:spcPts val="0"/>
              </a:spcBef>
              <a:spcAft>
                <a:spcPts val="0"/>
              </a:spcAft>
              <a:buNone/>
            </a:lvl5pPr>
            <a:lvl6pPr marL="0" indent="0">
              <a:lnSpc>
                <a:spcPct val="110000"/>
              </a:lnSpc>
              <a:spcBef>
                <a:spcPts val="0"/>
              </a:spcBef>
              <a:spcAft>
                <a:spcPts val="0"/>
              </a:spcAft>
              <a:buNone/>
            </a:lvl6pPr>
            <a:lvl7pPr marL="0" indent="0">
              <a:lnSpc>
                <a:spcPct val="110000"/>
              </a:lnSpc>
              <a:spcBef>
                <a:spcPts val="0"/>
              </a:spcBef>
              <a:spcAft>
                <a:spcPts val="0"/>
              </a:spcAft>
              <a:buNone/>
            </a:lvl7pPr>
            <a:lvl8pPr marL="0" indent="0">
              <a:lnSpc>
                <a:spcPct val="110000"/>
              </a:lnSpc>
              <a:spcBef>
                <a:spcPts val="0"/>
              </a:spcBef>
              <a:spcAft>
                <a:spcPts val="0"/>
              </a:spcAft>
              <a:buNone/>
            </a:lvl8pPr>
            <a:lvl9pPr marL="0" indent="0">
              <a:lnSpc>
                <a:spcPct val="110000"/>
              </a:lnSpc>
              <a:spcBef>
                <a:spcPts val="0"/>
              </a:spcBef>
              <a:spcAft>
                <a:spcPts val="0"/>
              </a:spcAft>
              <a:buNone/>
            </a:lvl9pPr>
          </a:lstStyle>
          <a:p xmlns:a="http://schemas.openxmlformats.org/drawingml/2006/main"/>
        </p:txBody>
      </p:sp>
      <p:sp>
        <p:nvSpPr>
          <p:cNvPr id="2" name="Body">
            <a:extLst xmlns:a="http://schemas.openxmlformats.org/drawingml/2006/main">
              <a:ext uri="{FF2B5EF4-FFF2-40B4-BE49-F238E27FC236}">
                <a16:creationId xmlns:a16="http://schemas.microsoft.com/office/drawing/2014/main" id="{ECB3BB62-CF1D-4AE9-9E39-02A5EC877A22}"/>
              </a:ext>
            </a:extLst>
          </p:cNvPr>
          <p:cNvSpPr>
            <a:spLocks xmlns:a="http://schemas.openxmlformats.org/drawingml/2006/main" noGrp="1"/>
          </p:cNvSpPr>
          <p:nvPr>
            <p:ph type="body" idx="1"/>
          </p:nvPr>
        </p:nvSpPr>
        <p:spPr>
          <a:xfrm xmlns:a="http://schemas.openxmlformats.org/drawingml/2006/main">
            <a:off x="548640" y="4402667"/>
            <a:ext cx="8656320" cy="9861973"/>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1800" b="0">
                <a:solidFill>
                  <a:schemeClr val="tx1"/>
                </a:solidFill>
                <a:latin typeface="+mn-lt"/>
                <a:ea typeface="+mn-lt"/>
                <a:cs typeface="+mn-lt"/>
              </a:defRPr>
            </a:defPPr>
            <a:lvl1pPr marL="182880" indent="-182880">
              <a:lnSpc>
                <a:spcPct val="110000"/>
              </a:lnSpc>
              <a:spcBef>
                <a:spcPts val="0"/>
              </a:spcBef>
              <a:spcAft>
                <a:spcPts val="960"/>
              </a:spcAft>
              <a:buChar char="•"/>
            </a:lvl1pPr>
            <a:lvl2pPr marL="426720" indent="-182880">
              <a:lnSpc>
                <a:spcPct val="110000"/>
              </a:lnSpc>
              <a:spcBef>
                <a:spcPts val="0"/>
              </a:spcBef>
              <a:spcAft>
                <a:spcPts val="960"/>
              </a:spcAft>
              <a:buChar char="•"/>
            </a:lvl2pPr>
            <a:lvl3pPr marL="670560" indent="-182880">
              <a:lnSpc>
                <a:spcPct val="110000"/>
              </a:lnSpc>
              <a:spcBef>
                <a:spcPts val="0"/>
              </a:spcBef>
              <a:spcAft>
                <a:spcPts val="960"/>
              </a:spcAft>
              <a:buChar char="•"/>
            </a:lvl3pPr>
            <a:lvl4pPr marL="914400" indent="-182880">
              <a:lnSpc>
                <a:spcPct val="110000"/>
              </a:lnSpc>
              <a:spcBef>
                <a:spcPts val="0"/>
              </a:spcBef>
              <a:spcAft>
                <a:spcPts val="960"/>
              </a:spcAft>
              <a:buChar char="•"/>
            </a:lvl4pPr>
            <a:lvl5pPr marL="1158240" indent="-182880">
              <a:lnSpc>
                <a:spcPct val="110000"/>
              </a:lnSpc>
              <a:spcBef>
                <a:spcPts val="0"/>
              </a:spcBef>
              <a:spcAft>
                <a:spcPts val="960"/>
              </a:spcAft>
              <a:buChar char="•"/>
            </a:lvl5pPr>
            <a:lvl6pPr marL="1402080" indent="-182880">
              <a:lnSpc>
                <a:spcPct val="110000"/>
              </a:lnSpc>
              <a:spcBef>
                <a:spcPts val="0"/>
              </a:spcBef>
              <a:spcAft>
                <a:spcPts val="960"/>
              </a:spcAft>
              <a:buChar char="•"/>
            </a:lvl6pPr>
            <a:lvl7pPr marL="1645920" indent="-182880">
              <a:lnSpc>
                <a:spcPct val="110000"/>
              </a:lnSpc>
              <a:spcBef>
                <a:spcPts val="0"/>
              </a:spcBef>
              <a:spcAft>
                <a:spcPts val="960"/>
              </a:spcAft>
              <a:buChar char="•"/>
            </a:lvl7pPr>
            <a:lvl8pPr marL="1889760" indent="-182880">
              <a:lnSpc>
                <a:spcPct val="110000"/>
              </a:lnSpc>
              <a:spcBef>
                <a:spcPts val="0"/>
              </a:spcBef>
              <a:spcAft>
                <a:spcPts val="960"/>
              </a:spcAft>
              <a:buChar char="•"/>
            </a:lvl8pPr>
            <a:lvl9pPr marL="2133600" indent="-182880">
              <a:lnSpc>
                <a:spcPct val="110000"/>
              </a:lnSpc>
              <a:spcBef>
                <a:spcPts val="0"/>
              </a:spcBef>
              <a:spcAft>
                <a:spcPts val="960"/>
              </a:spcAft>
              <a:buChar char="•"/>
            </a:lvl9pPr>
          </a:lstStyle>
          <a:p xmlns:a="http://schemas.openxmlformats.org/drawingml/2006/main"/>
        </p:txBody>
      </p:sp>
    </p:spTree>
  </p:cSld>
</p:sldLayout>
</file>

<file path=ppt/slideLayouts/slideLayout4.xml><?xml version="1.0" encoding="utf-8"?>
<p:sldLayout xmlns:p="http://schemas.openxmlformats.org/presentationml/2006/main">
  <p:cSld name="Title and Two Column">
    <p:spTree>
      <p:nvGrpSpPr>
        <p:cNvPr id="1" name=""/>
        <p:cNvGrpSpPr/>
        <p:nvPr/>
      </p:nvGrpSpPr>
      <p:grpSpPr>
        <a:xfrm xmlns:a="http://schemas.openxmlformats.org/drawingml/2006/main"/>
      </p:grpSpPr>
      <p:sp>
        <p:nvSpPr>
          <p:cNvPr id="4" name="Title">
            <a:extLst xmlns:a="http://schemas.openxmlformats.org/drawingml/2006/main">
              <a:ext uri="{FF2B5EF4-FFF2-40B4-BE49-F238E27FC236}">
                <a16:creationId xmlns:a16="http://schemas.microsoft.com/office/drawing/2014/main" id="{8449DCDF-1C09-4E6C-A781-55655A5F95BC}"/>
              </a:ext>
            </a:extLst>
          </p:cNvPr>
          <p:cNvSpPr>
            <a:spLocks xmlns:a="http://schemas.openxmlformats.org/drawingml/2006/main" noGrp="1"/>
          </p:cNvSpPr>
          <p:nvPr>
            <p:ph type="title" idx="0"/>
          </p:nvPr>
        </p:nvSpPr>
        <p:spPr>
          <a:xfrm xmlns:a="http://schemas.openxmlformats.org/drawingml/2006/main">
            <a:off x="548640" y="1232747"/>
            <a:ext cx="8656320" cy="1937173"/>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640" b="1">
                <a:solidFill>
                  <a:schemeClr val="tx1"/>
                </a:solidFill>
                <a:latin typeface="+mj-lt"/>
                <a:ea typeface="+mj-lt"/>
                <a:cs typeface="+mj-lt"/>
              </a:defRPr>
            </a:defPPr>
            <a:lvl1pPr marL="0" indent="0">
              <a:lnSpc>
                <a:spcPct val="110000"/>
              </a:lnSpc>
              <a:spcBef>
                <a:spcPts val="0"/>
              </a:spcBef>
              <a:spcAft>
                <a:spcPts val="0"/>
              </a:spcAft>
              <a:buNone/>
            </a:lvl1pPr>
            <a:lvl2pPr marL="0" indent="0">
              <a:lnSpc>
                <a:spcPct val="110000"/>
              </a:lnSpc>
              <a:spcBef>
                <a:spcPts val="0"/>
              </a:spcBef>
              <a:spcAft>
                <a:spcPts val="0"/>
              </a:spcAft>
              <a:buNone/>
            </a:lvl2pPr>
            <a:lvl3pPr marL="0" indent="0">
              <a:lnSpc>
                <a:spcPct val="110000"/>
              </a:lnSpc>
              <a:spcBef>
                <a:spcPts val="0"/>
              </a:spcBef>
              <a:spcAft>
                <a:spcPts val="0"/>
              </a:spcAft>
              <a:buNone/>
            </a:lvl3pPr>
            <a:lvl4pPr marL="0" indent="0">
              <a:lnSpc>
                <a:spcPct val="110000"/>
              </a:lnSpc>
              <a:spcBef>
                <a:spcPts val="0"/>
              </a:spcBef>
              <a:spcAft>
                <a:spcPts val="0"/>
              </a:spcAft>
              <a:buNone/>
            </a:lvl4pPr>
            <a:lvl5pPr marL="0" indent="0">
              <a:lnSpc>
                <a:spcPct val="110000"/>
              </a:lnSpc>
              <a:spcBef>
                <a:spcPts val="0"/>
              </a:spcBef>
              <a:spcAft>
                <a:spcPts val="0"/>
              </a:spcAft>
              <a:buNone/>
            </a:lvl5pPr>
            <a:lvl6pPr marL="0" indent="0">
              <a:lnSpc>
                <a:spcPct val="110000"/>
              </a:lnSpc>
              <a:spcBef>
                <a:spcPts val="0"/>
              </a:spcBef>
              <a:spcAft>
                <a:spcPts val="0"/>
              </a:spcAft>
              <a:buNone/>
            </a:lvl6pPr>
            <a:lvl7pPr marL="0" indent="0">
              <a:lnSpc>
                <a:spcPct val="110000"/>
              </a:lnSpc>
              <a:spcBef>
                <a:spcPts val="0"/>
              </a:spcBef>
              <a:spcAft>
                <a:spcPts val="0"/>
              </a:spcAft>
              <a:buNone/>
            </a:lvl7pPr>
            <a:lvl8pPr marL="0" indent="0">
              <a:lnSpc>
                <a:spcPct val="110000"/>
              </a:lnSpc>
              <a:spcBef>
                <a:spcPts val="0"/>
              </a:spcBef>
              <a:spcAft>
                <a:spcPts val="0"/>
              </a:spcAft>
              <a:buNone/>
            </a:lvl8pPr>
            <a:lvl9pPr marL="0" indent="0">
              <a:lnSpc>
                <a:spcPct val="110000"/>
              </a:lnSpc>
              <a:spcBef>
                <a:spcPts val="0"/>
              </a:spcBef>
              <a:spcAft>
                <a:spcPts val="0"/>
              </a:spcAft>
              <a:buNone/>
            </a:lvl9pPr>
          </a:lstStyle>
          <a:p xmlns:a="http://schemas.openxmlformats.org/drawingml/2006/main"/>
        </p:txBody>
      </p:sp>
      <p:sp>
        <p:nvSpPr>
          <p:cNvPr id="2" name="Left column">
            <a:extLst xmlns:a="http://schemas.openxmlformats.org/drawingml/2006/main">
              <a:ext uri="{FF2B5EF4-FFF2-40B4-BE49-F238E27FC236}">
                <a16:creationId xmlns:a16="http://schemas.microsoft.com/office/drawing/2014/main" id="{AA7F7DB6-7B87-4FA4-BF0C-29108A706B70}"/>
              </a:ext>
            </a:extLst>
          </p:cNvPr>
          <p:cNvSpPr>
            <a:spLocks xmlns:a="http://schemas.openxmlformats.org/drawingml/2006/main" noGrp="1"/>
          </p:cNvSpPr>
          <p:nvPr>
            <p:ph type="body" idx="1"/>
          </p:nvPr>
        </p:nvSpPr>
        <p:spPr>
          <a:xfrm xmlns:a="http://schemas.openxmlformats.org/drawingml/2006/main">
            <a:off x="548640" y="4402667"/>
            <a:ext cx="4023360" cy="9861973"/>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1680" b="0">
                <a:solidFill>
                  <a:schemeClr val="tx1"/>
                </a:solidFill>
                <a:latin typeface="+mn-lt"/>
                <a:ea typeface="+mn-lt"/>
                <a:cs typeface="+mn-lt"/>
              </a:defRPr>
            </a:defPPr>
            <a:lvl1pPr marL="182880" indent="-182880">
              <a:lnSpc>
                <a:spcPct val="110000"/>
              </a:lnSpc>
              <a:spcBef>
                <a:spcPts val="0"/>
              </a:spcBef>
              <a:spcAft>
                <a:spcPts val="960"/>
              </a:spcAft>
              <a:buChar char="•"/>
            </a:lvl1pPr>
            <a:lvl2pPr marL="426720" indent="-182880">
              <a:lnSpc>
                <a:spcPct val="110000"/>
              </a:lnSpc>
              <a:spcBef>
                <a:spcPts val="0"/>
              </a:spcBef>
              <a:spcAft>
                <a:spcPts val="960"/>
              </a:spcAft>
              <a:buChar char="•"/>
            </a:lvl2pPr>
            <a:lvl3pPr marL="670560" indent="-182880">
              <a:lnSpc>
                <a:spcPct val="110000"/>
              </a:lnSpc>
              <a:spcBef>
                <a:spcPts val="0"/>
              </a:spcBef>
              <a:spcAft>
                <a:spcPts val="960"/>
              </a:spcAft>
              <a:buChar char="•"/>
            </a:lvl3pPr>
            <a:lvl4pPr marL="914400" indent="-182880">
              <a:lnSpc>
                <a:spcPct val="110000"/>
              </a:lnSpc>
              <a:spcBef>
                <a:spcPts val="0"/>
              </a:spcBef>
              <a:spcAft>
                <a:spcPts val="960"/>
              </a:spcAft>
              <a:buChar char="•"/>
            </a:lvl4pPr>
            <a:lvl5pPr marL="1158240" indent="-182880">
              <a:lnSpc>
                <a:spcPct val="110000"/>
              </a:lnSpc>
              <a:spcBef>
                <a:spcPts val="0"/>
              </a:spcBef>
              <a:spcAft>
                <a:spcPts val="960"/>
              </a:spcAft>
              <a:buChar char="•"/>
            </a:lvl5pPr>
            <a:lvl6pPr marL="1402080" indent="-182880">
              <a:lnSpc>
                <a:spcPct val="110000"/>
              </a:lnSpc>
              <a:spcBef>
                <a:spcPts val="0"/>
              </a:spcBef>
              <a:spcAft>
                <a:spcPts val="960"/>
              </a:spcAft>
              <a:buChar char="•"/>
            </a:lvl6pPr>
            <a:lvl7pPr marL="1645920" indent="-182880">
              <a:lnSpc>
                <a:spcPct val="110000"/>
              </a:lnSpc>
              <a:spcBef>
                <a:spcPts val="0"/>
              </a:spcBef>
              <a:spcAft>
                <a:spcPts val="960"/>
              </a:spcAft>
              <a:buChar char="•"/>
            </a:lvl7pPr>
            <a:lvl8pPr marL="1889760" indent="-182880">
              <a:lnSpc>
                <a:spcPct val="110000"/>
              </a:lnSpc>
              <a:spcBef>
                <a:spcPts val="0"/>
              </a:spcBef>
              <a:spcAft>
                <a:spcPts val="960"/>
              </a:spcAft>
              <a:buChar char="•"/>
            </a:lvl8pPr>
            <a:lvl9pPr marL="2133600" indent="-182880">
              <a:lnSpc>
                <a:spcPct val="110000"/>
              </a:lnSpc>
              <a:spcBef>
                <a:spcPts val="0"/>
              </a:spcBef>
              <a:spcAft>
                <a:spcPts val="960"/>
              </a:spcAft>
              <a:buChar char="•"/>
            </a:lvl9pPr>
          </a:lstStyle>
          <a:p xmlns:a="http://schemas.openxmlformats.org/drawingml/2006/main"/>
        </p:txBody>
      </p:sp>
      <p:sp>
        <p:nvSpPr>
          <p:cNvPr id="3" name="Right column">
            <a:extLst xmlns:a="http://schemas.openxmlformats.org/drawingml/2006/main">
              <a:ext uri="{FF2B5EF4-FFF2-40B4-BE49-F238E27FC236}">
                <a16:creationId xmlns:a16="http://schemas.microsoft.com/office/drawing/2014/main" id="{58263EEC-1007-4C68-86DB-D93B0651196A}"/>
              </a:ext>
            </a:extLst>
          </p:cNvPr>
          <p:cNvSpPr>
            <a:spLocks xmlns:a="http://schemas.openxmlformats.org/drawingml/2006/main" noGrp="1"/>
          </p:cNvSpPr>
          <p:nvPr>
            <p:ph type="body" idx="2"/>
          </p:nvPr>
        </p:nvSpPr>
        <p:spPr>
          <a:xfrm xmlns:a="http://schemas.openxmlformats.org/drawingml/2006/main">
            <a:off x="5181600" y="4402667"/>
            <a:ext cx="4023360" cy="9861973"/>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1680" b="0">
                <a:solidFill>
                  <a:schemeClr val="tx1"/>
                </a:solidFill>
                <a:latin typeface="+mn-lt"/>
                <a:ea typeface="+mn-lt"/>
                <a:cs typeface="+mn-lt"/>
              </a:defRPr>
            </a:defPPr>
            <a:lvl1pPr marL="182880" indent="-182880">
              <a:lnSpc>
                <a:spcPct val="110000"/>
              </a:lnSpc>
              <a:spcBef>
                <a:spcPts val="0"/>
              </a:spcBef>
              <a:spcAft>
                <a:spcPts val="960"/>
              </a:spcAft>
              <a:buChar char="•"/>
            </a:lvl1pPr>
            <a:lvl2pPr marL="426720" indent="-182880">
              <a:lnSpc>
                <a:spcPct val="110000"/>
              </a:lnSpc>
              <a:spcBef>
                <a:spcPts val="0"/>
              </a:spcBef>
              <a:spcAft>
                <a:spcPts val="960"/>
              </a:spcAft>
              <a:buChar char="•"/>
            </a:lvl2pPr>
            <a:lvl3pPr marL="670560" indent="-182880">
              <a:lnSpc>
                <a:spcPct val="110000"/>
              </a:lnSpc>
              <a:spcBef>
                <a:spcPts val="0"/>
              </a:spcBef>
              <a:spcAft>
                <a:spcPts val="960"/>
              </a:spcAft>
              <a:buChar char="•"/>
            </a:lvl3pPr>
            <a:lvl4pPr marL="914400" indent="-182880">
              <a:lnSpc>
                <a:spcPct val="110000"/>
              </a:lnSpc>
              <a:spcBef>
                <a:spcPts val="0"/>
              </a:spcBef>
              <a:spcAft>
                <a:spcPts val="960"/>
              </a:spcAft>
              <a:buChar char="•"/>
            </a:lvl4pPr>
            <a:lvl5pPr marL="1158240" indent="-182880">
              <a:lnSpc>
                <a:spcPct val="110000"/>
              </a:lnSpc>
              <a:spcBef>
                <a:spcPts val="0"/>
              </a:spcBef>
              <a:spcAft>
                <a:spcPts val="960"/>
              </a:spcAft>
              <a:buChar char="•"/>
            </a:lvl5pPr>
            <a:lvl6pPr marL="1402080" indent="-182880">
              <a:lnSpc>
                <a:spcPct val="110000"/>
              </a:lnSpc>
              <a:spcBef>
                <a:spcPts val="0"/>
              </a:spcBef>
              <a:spcAft>
                <a:spcPts val="960"/>
              </a:spcAft>
              <a:buChar char="•"/>
            </a:lvl6pPr>
            <a:lvl7pPr marL="1645920" indent="-182880">
              <a:lnSpc>
                <a:spcPct val="110000"/>
              </a:lnSpc>
              <a:spcBef>
                <a:spcPts val="0"/>
              </a:spcBef>
              <a:spcAft>
                <a:spcPts val="960"/>
              </a:spcAft>
              <a:buChar char="•"/>
            </a:lvl7pPr>
            <a:lvl8pPr marL="1889760" indent="-182880">
              <a:lnSpc>
                <a:spcPct val="110000"/>
              </a:lnSpc>
              <a:spcBef>
                <a:spcPts val="0"/>
              </a:spcBef>
              <a:spcAft>
                <a:spcPts val="960"/>
              </a:spcAft>
              <a:buChar char="•"/>
            </a:lvl8pPr>
            <a:lvl9pPr marL="2133600" indent="-182880">
              <a:lnSpc>
                <a:spcPct val="110000"/>
              </a:lnSpc>
              <a:spcBef>
                <a:spcPts val="0"/>
              </a:spcBef>
              <a:spcAft>
                <a:spcPts val="960"/>
              </a:spcAft>
              <a:buChar char="•"/>
            </a:lvl9pPr>
          </a:lstStyle>
          <a:p xmlns:a="http://schemas.openxmlformats.org/drawingml/2006/main"/>
        </p:txBody>
      </p:sp>
    </p:spTree>
  </p:cSld>
</p:sldLayout>
</file>

<file path=ppt/slideLayouts/slideLayout5.xml><?xml version="1.0" encoding="utf-8"?>
<p:sldLayout xmlns:p="http://schemas.openxmlformats.org/presentationml/2006/main">
  <p:cSld name="Title and One Column">
    <p:spTree>
      <p:nvGrpSpPr>
        <p:cNvPr id="1" name=""/>
        <p:cNvGrpSpPr/>
        <p:nvPr/>
      </p:nvGrpSpPr>
      <p:grpSpPr>
        <a:xfrm xmlns:a="http://schemas.openxmlformats.org/drawingml/2006/main"/>
      </p:grpSpPr>
      <p:sp>
        <p:nvSpPr>
          <p:cNvPr id="3" name="Title">
            <a:extLst xmlns:a="http://schemas.openxmlformats.org/drawingml/2006/main">
              <a:ext uri="{FF2B5EF4-FFF2-40B4-BE49-F238E27FC236}">
                <a16:creationId xmlns:a16="http://schemas.microsoft.com/office/drawing/2014/main" id="{2E56166F-47DC-497E-990C-CDCF7896F8B1}"/>
              </a:ext>
            </a:extLst>
          </p:cNvPr>
          <p:cNvSpPr>
            <a:spLocks xmlns:a="http://schemas.openxmlformats.org/drawingml/2006/main" noGrp="1"/>
          </p:cNvSpPr>
          <p:nvPr>
            <p:ph type="title" idx="0"/>
          </p:nvPr>
        </p:nvSpPr>
        <p:spPr>
          <a:xfrm xmlns:a="http://schemas.openxmlformats.org/drawingml/2006/main">
            <a:off x="548640" y="1232747"/>
            <a:ext cx="8656320" cy="1937173"/>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640" b="1">
                <a:solidFill>
                  <a:schemeClr val="tx1"/>
                </a:solidFill>
                <a:latin typeface="+mj-lt"/>
                <a:ea typeface="+mj-lt"/>
                <a:cs typeface="+mj-lt"/>
              </a:defRPr>
            </a:defPPr>
            <a:lvl1pPr marL="0" indent="0">
              <a:lnSpc>
                <a:spcPct val="110000"/>
              </a:lnSpc>
              <a:spcBef>
                <a:spcPts val="0"/>
              </a:spcBef>
              <a:spcAft>
                <a:spcPts val="0"/>
              </a:spcAft>
              <a:buNone/>
            </a:lvl1pPr>
            <a:lvl2pPr marL="0" indent="0">
              <a:lnSpc>
                <a:spcPct val="110000"/>
              </a:lnSpc>
              <a:spcBef>
                <a:spcPts val="0"/>
              </a:spcBef>
              <a:spcAft>
                <a:spcPts val="0"/>
              </a:spcAft>
              <a:buNone/>
            </a:lvl2pPr>
            <a:lvl3pPr marL="0" indent="0">
              <a:lnSpc>
                <a:spcPct val="110000"/>
              </a:lnSpc>
              <a:spcBef>
                <a:spcPts val="0"/>
              </a:spcBef>
              <a:spcAft>
                <a:spcPts val="0"/>
              </a:spcAft>
              <a:buNone/>
            </a:lvl3pPr>
            <a:lvl4pPr marL="0" indent="0">
              <a:lnSpc>
                <a:spcPct val="110000"/>
              </a:lnSpc>
              <a:spcBef>
                <a:spcPts val="0"/>
              </a:spcBef>
              <a:spcAft>
                <a:spcPts val="0"/>
              </a:spcAft>
              <a:buNone/>
            </a:lvl4pPr>
            <a:lvl5pPr marL="0" indent="0">
              <a:lnSpc>
                <a:spcPct val="110000"/>
              </a:lnSpc>
              <a:spcBef>
                <a:spcPts val="0"/>
              </a:spcBef>
              <a:spcAft>
                <a:spcPts val="0"/>
              </a:spcAft>
              <a:buNone/>
            </a:lvl5pPr>
            <a:lvl6pPr marL="0" indent="0">
              <a:lnSpc>
                <a:spcPct val="110000"/>
              </a:lnSpc>
              <a:spcBef>
                <a:spcPts val="0"/>
              </a:spcBef>
              <a:spcAft>
                <a:spcPts val="0"/>
              </a:spcAft>
              <a:buNone/>
            </a:lvl6pPr>
            <a:lvl7pPr marL="0" indent="0">
              <a:lnSpc>
                <a:spcPct val="110000"/>
              </a:lnSpc>
              <a:spcBef>
                <a:spcPts val="0"/>
              </a:spcBef>
              <a:spcAft>
                <a:spcPts val="0"/>
              </a:spcAft>
              <a:buNone/>
            </a:lvl7pPr>
            <a:lvl8pPr marL="0" indent="0">
              <a:lnSpc>
                <a:spcPct val="110000"/>
              </a:lnSpc>
              <a:spcBef>
                <a:spcPts val="0"/>
              </a:spcBef>
              <a:spcAft>
                <a:spcPts val="0"/>
              </a:spcAft>
              <a:buNone/>
            </a:lvl8pPr>
            <a:lvl9pPr marL="0" indent="0">
              <a:lnSpc>
                <a:spcPct val="110000"/>
              </a:lnSpc>
              <a:spcBef>
                <a:spcPts val="0"/>
              </a:spcBef>
              <a:spcAft>
                <a:spcPts val="0"/>
              </a:spcAft>
              <a:buNone/>
            </a:lvl9pPr>
          </a:lstStyle>
          <a:p xmlns:a="http://schemas.openxmlformats.org/drawingml/2006/main"/>
        </p:txBody>
      </p:sp>
      <p:sp>
        <p:nvSpPr>
          <p:cNvPr id="2" name="Left column">
            <a:extLst xmlns:a="http://schemas.openxmlformats.org/drawingml/2006/main">
              <a:ext uri="{FF2B5EF4-FFF2-40B4-BE49-F238E27FC236}">
                <a16:creationId xmlns:a16="http://schemas.microsoft.com/office/drawing/2014/main" id="{8B92E46C-2D11-4274-9899-FC25EBD4C1F5}"/>
              </a:ext>
            </a:extLst>
          </p:cNvPr>
          <p:cNvSpPr>
            <a:spLocks xmlns:a="http://schemas.openxmlformats.org/drawingml/2006/main" noGrp="1"/>
          </p:cNvSpPr>
          <p:nvPr>
            <p:ph type="body" idx="1"/>
          </p:nvPr>
        </p:nvSpPr>
        <p:spPr>
          <a:xfrm xmlns:a="http://schemas.openxmlformats.org/drawingml/2006/main">
            <a:off x="548640" y="4402667"/>
            <a:ext cx="4023360" cy="9861973"/>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1800" b="0">
                <a:solidFill>
                  <a:schemeClr val="tx1"/>
                </a:solidFill>
                <a:latin typeface="+mn-lt"/>
                <a:ea typeface="+mn-lt"/>
                <a:cs typeface="+mn-lt"/>
              </a:defRPr>
            </a:defPPr>
            <a:lvl1pPr marL="182880" indent="-182880">
              <a:lnSpc>
                <a:spcPct val="110000"/>
              </a:lnSpc>
              <a:spcBef>
                <a:spcPts val="0"/>
              </a:spcBef>
              <a:spcAft>
                <a:spcPts val="960"/>
              </a:spcAft>
              <a:buChar char="•"/>
            </a:lvl1pPr>
            <a:lvl2pPr marL="426720" indent="-182880">
              <a:lnSpc>
                <a:spcPct val="110000"/>
              </a:lnSpc>
              <a:spcBef>
                <a:spcPts val="0"/>
              </a:spcBef>
              <a:spcAft>
                <a:spcPts val="960"/>
              </a:spcAft>
              <a:buChar char="•"/>
            </a:lvl2pPr>
            <a:lvl3pPr marL="670560" indent="-182880">
              <a:lnSpc>
                <a:spcPct val="110000"/>
              </a:lnSpc>
              <a:spcBef>
                <a:spcPts val="0"/>
              </a:spcBef>
              <a:spcAft>
                <a:spcPts val="960"/>
              </a:spcAft>
              <a:buChar char="•"/>
            </a:lvl3pPr>
            <a:lvl4pPr marL="914400" indent="-182880">
              <a:lnSpc>
                <a:spcPct val="110000"/>
              </a:lnSpc>
              <a:spcBef>
                <a:spcPts val="0"/>
              </a:spcBef>
              <a:spcAft>
                <a:spcPts val="960"/>
              </a:spcAft>
              <a:buChar char="•"/>
            </a:lvl4pPr>
            <a:lvl5pPr marL="1158240" indent="-182880">
              <a:lnSpc>
                <a:spcPct val="110000"/>
              </a:lnSpc>
              <a:spcBef>
                <a:spcPts val="0"/>
              </a:spcBef>
              <a:spcAft>
                <a:spcPts val="960"/>
              </a:spcAft>
              <a:buChar char="•"/>
            </a:lvl5pPr>
            <a:lvl6pPr marL="1402080" indent="-182880">
              <a:lnSpc>
                <a:spcPct val="110000"/>
              </a:lnSpc>
              <a:spcBef>
                <a:spcPts val="0"/>
              </a:spcBef>
              <a:spcAft>
                <a:spcPts val="960"/>
              </a:spcAft>
              <a:buChar char="•"/>
            </a:lvl6pPr>
            <a:lvl7pPr marL="1645920" indent="-182880">
              <a:lnSpc>
                <a:spcPct val="110000"/>
              </a:lnSpc>
              <a:spcBef>
                <a:spcPts val="0"/>
              </a:spcBef>
              <a:spcAft>
                <a:spcPts val="960"/>
              </a:spcAft>
              <a:buChar char="•"/>
            </a:lvl7pPr>
            <a:lvl8pPr marL="1889760" indent="-182880">
              <a:lnSpc>
                <a:spcPct val="110000"/>
              </a:lnSpc>
              <a:spcBef>
                <a:spcPts val="0"/>
              </a:spcBef>
              <a:spcAft>
                <a:spcPts val="960"/>
              </a:spcAft>
              <a:buChar char="•"/>
            </a:lvl8pPr>
            <a:lvl9pPr marL="2133600" indent="-182880">
              <a:lnSpc>
                <a:spcPct val="110000"/>
              </a:lnSpc>
              <a:spcBef>
                <a:spcPts val="0"/>
              </a:spcBef>
              <a:spcAft>
                <a:spcPts val="960"/>
              </a:spcAft>
              <a:buChar char="•"/>
            </a:lvl9pPr>
          </a:lstStyle>
          <a:p xmlns:a="http://schemas.openxmlformats.org/drawingml/2006/main"/>
        </p:txBody>
      </p:sp>
    </p:spTree>
  </p:cSld>
</p:sldLayout>
</file>

<file path=ppt/slideLayouts/slideLayout6.xml><?xml version="1.0" encoding="utf-8"?>
<p:sldLayout xmlns:p="http://schemas.openxmlformats.org/presentationml/2006/main" type="blank">
  <p:cSld name="Blank">
    <p:spTree>
      <p:nvGrpSpPr>
        <p:cNvPr id="1" name=""/>
        <p:cNvGrpSpPr/>
        <p:nvPr/>
      </p:nvGrpSpPr>
      <p:grpSpPr>
        <a:xfrm xmlns:a="http://schemas.openxmlformats.org/drawingml/2006/main"/>
      </p:grpSpPr>
    </p:spTree>
  </p:cSld>
</p:sldLayout>
</file>

<file path=ppt/slideMasters/_rels/slideMaster1.xml.rels>&#65279;<?xml version="1.0" encoding="utf-8"?><Relationships xmlns="http://schemas.openxmlformats.org/package/2006/relationships"><Relationship Type="http://schemas.openxmlformats.org/officeDocument/2006/relationships/theme" Target="/ppt/slideMasters/theme/theme2.xml" Id="Rf489bc695c954032" /><Relationship Type="http://schemas.openxmlformats.org/officeDocument/2006/relationships/slideLayout" Target="/ppt/slideLayouts/slideLayout1.xml" Id="R6c33c0566c6e4c78" /><Relationship Type="http://schemas.openxmlformats.org/officeDocument/2006/relationships/slideLayout" Target="/ppt/slideLayouts/slideLayout2.xml" Id="Rfaa9d34ab3504c23" /><Relationship Type="http://schemas.openxmlformats.org/officeDocument/2006/relationships/slideLayout" Target="/ppt/slideLayouts/slideLayout3.xml" Id="R21a6e46ad11d4199" /><Relationship Type="http://schemas.openxmlformats.org/officeDocument/2006/relationships/slideLayout" Target="/ppt/slideLayouts/slideLayout4.xml" Id="R8c5c405c1c16487b" /><Relationship Type="http://schemas.openxmlformats.org/officeDocument/2006/relationships/slideLayout" Target="/ppt/slideLayouts/slideLayout5.xml" Id="Rcaa95c4af7c646af" /><Relationship Type="http://schemas.openxmlformats.org/officeDocument/2006/relationships/slideLayout" Target="/ppt/slideLayouts/slideLayout6.xml" Id="R3cc3c18f465642d6" /></Relationships>
</file>

<file path=ppt/slideMasters/slideMaster1.xml><?xml version="1.0" encoding="utf-8"?>
<p:sldMaster xmlns:p="http://schemas.openxmlformats.org/presentationml/2006/main">
  <p:cSld name="Master">
    <p:bg>
      <p:bgRef idx="1001">
        <a:schemeClr xmlns:a="http://schemas.openxmlformats.org/drawingml/2006/main" val="bg1"/>
      </p:bgRef>
    </p:bg>
    <p:spTree>
      <p:nvGrpSpPr>
        <p:cNvPr id="1" name=""/>
        <p:cNvGrpSpPr/>
        <p:nvPr/>
      </p:nvGrpSpPr>
      <p:grpSpPr>
        <a:xfrm xmlns:a="http://schemas.openxmlformats.org/drawingml/2006/main"/>
      </p:grpSpPr>
    </p:spTree>
  </p:cSld>
  <p:clrMap bg1="lt1" tx1="dk1" bg2="lt2" tx2="dk2" accent1="accent1" accent2="accent2" accent3="accent3" accent4="accent4" accent5="accent5" accent6="accent6" hlink="hlink" folHlink="folHlink"/>
  <p:sldLayoutIdLst>
    <p:sldLayoutId xmlns:r="http://schemas.openxmlformats.org/officeDocument/2006/relationships" id="2147483649" r:id="R6c33c0566c6e4c78"/>
    <p:sldLayoutId xmlns:r="http://schemas.openxmlformats.org/officeDocument/2006/relationships" id="2147483650" r:id="Rfaa9d34ab3504c23"/>
    <p:sldLayoutId xmlns:r="http://schemas.openxmlformats.org/officeDocument/2006/relationships" id="2147483651" r:id="R21a6e46ad11d4199"/>
    <p:sldLayoutId xmlns:r="http://schemas.openxmlformats.org/officeDocument/2006/relationships" id="2147483652" r:id="R8c5c405c1c16487b"/>
    <p:sldLayoutId xmlns:r="http://schemas.openxmlformats.org/officeDocument/2006/relationships" id="2147483653" r:id="Rcaa95c4af7c646af"/>
    <p:sldLayoutId xmlns:r="http://schemas.openxmlformats.org/officeDocument/2006/relationships" id="2147483654" r:id="R3cc3c18f465642d6"/>
  </p:sldLayoutIdLst>
  <p:txStyles>
    <p:titleStyle>
      <a:lvl1pPr xmlns:a="http://schemas.openxmlformats.org/drawingml/2006/main" algn="l">
        <a:lnSpc>
          <a:spcPct val="90000"/>
        </a:lnSpc>
        <a:spcBef>
          <a:spcPts val="0"/>
        </a:spcBef>
        <a:buNone/>
        <a:defRPr sz="4400">
          <a:solidFill>
            <a:schemeClr val="tx1"/>
          </a:solidFill>
          <a:latin typeface="+mj-lt"/>
          <a:ea typeface="+mj-lt"/>
          <a:cs typeface="+mj-lt"/>
        </a:defRPr>
      </a:lvl1pPr>
    </p:titleStyle>
    <p:bodyStyle>
      <a:lvl1pPr xmlns:a="http://schemas.openxmlformats.org/drawingml/2006/main" marL="228600" indent="-228600" algn="l">
        <a:lnSpc>
          <a:spcPct val="90000"/>
        </a:lnSpc>
        <a:spcBef>
          <a:spcPts val="1000"/>
        </a:spcBef>
        <a:buChar char="•"/>
        <a:defRPr sz="2800">
          <a:solidFill>
            <a:schemeClr val="tx1"/>
          </a:solidFill>
          <a:latin typeface="+mn-lt"/>
          <a:ea typeface="+mn-lt"/>
          <a:cs typeface="+mn-lt"/>
        </a:defRPr>
      </a:lvl1pPr>
      <a:lvl2pPr xmlns:a="http://schemas.openxmlformats.org/drawingml/2006/main" marL="685800" indent="-228600" algn="l">
        <a:lnSpc>
          <a:spcPct val="90000"/>
        </a:lnSpc>
        <a:spcBef>
          <a:spcPts val="500"/>
        </a:spcBef>
        <a:buChar char="•"/>
        <a:defRPr sz="2400">
          <a:solidFill>
            <a:schemeClr val="tx1"/>
          </a:solidFill>
          <a:latin typeface="+mn-lt"/>
          <a:ea typeface="+mn-lt"/>
          <a:cs typeface="+mn-lt"/>
        </a:defRPr>
      </a:lvl2pPr>
      <a:lvl3pPr xmlns:a="http://schemas.openxmlformats.org/drawingml/2006/main" marL="1143000" indent="-228600" algn="l">
        <a:lnSpc>
          <a:spcPct val="90000"/>
        </a:lnSpc>
        <a:spcBef>
          <a:spcPts val="500"/>
        </a:spcBef>
        <a:buChar char="•"/>
        <a:defRPr sz="2000">
          <a:solidFill>
            <a:schemeClr val="tx1"/>
          </a:solidFill>
          <a:latin typeface="+mn-lt"/>
          <a:ea typeface="+mn-lt"/>
          <a:cs typeface="+mn-lt"/>
        </a:defRPr>
      </a:lvl3pPr>
      <a:lvl4pPr xmlns:a="http://schemas.openxmlformats.org/drawingml/2006/main" marL="1600200" indent="-228600" algn="l">
        <a:lnSpc>
          <a:spcPct val="90000"/>
        </a:lnSpc>
        <a:spcBef>
          <a:spcPts val="500"/>
        </a:spcBef>
        <a:buChar char="•"/>
        <a:defRPr sz="1800">
          <a:solidFill>
            <a:schemeClr val="tx1"/>
          </a:solidFill>
          <a:latin typeface="+mn-lt"/>
          <a:ea typeface="+mn-lt"/>
          <a:cs typeface="+mn-lt"/>
        </a:defRPr>
      </a:lvl4pPr>
      <a:lvl5pPr xmlns:a="http://schemas.openxmlformats.org/drawingml/2006/main" marL="2057400" indent="-228600" algn="l">
        <a:lnSpc>
          <a:spcPct val="90000"/>
        </a:lnSpc>
        <a:spcBef>
          <a:spcPts val="500"/>
        </a:spcBef>
        <a:buChar char="•"/>
        <a:defRPr sz="1800">
          <a:solidFill>
            <a:schemeClr val="tx1"/>
          </a:solidFill>
          <a:latin typeface="+mn-lt"/>
          <a:ea typeface="+mn-lt"/>
          <a:cs typeface="+mn-lt"/>
        </a:defRPr>
      </a:lvl5pPr>
      <a:lvl6pPr xmlns:a="http://schemas.openxmlformats.org/drawingml/2006/main" marL="2514600" indent="-228600" algn="l">
        <a:lnSpc>
          <a:spcPct val="90000"/>
        </a:lnSpc>
        <a:spcBef>
          <a:spcPts val="500"/>
        </a:spcBef>
        <a:buChar char="•"/>
        <a:defRPr sz="1800">
          <a:solidFill>
            <a:schemeClr val="tx1"/>
          </a:solidFill>
          <a:latin typeface="+mn-lt"/>
          <a:ea typeface="+mn-lt"/>
          <a:cs typeface="+mn-lt"/>
        </a:defRPr>
      </a:lvl6pPr>
      <a:lvl7pPr xmlns:a="http://schemas.openxmlformats.org/drawingml/2006/main" marL="2971800" indent="-228600" algn="l">
        <a:lnSpc>
          <a:spcPct val="90000"/>
        </a:lnSpc>
        <a:spcBef>
          <a:spcPts val="500"/>
        </a:spcBef>
        <a:buChar char="•"/>
        <a:defRPr sz="1800">
          <a:solidFill>
            <a:schemeClr val="tx1"/>
          </a:solidFill>
          <a:latin typeface="+mn-lt"/>
          <a:ea typeface="+mn-lt"/>
          <a:cs typeface="+mn-lt"/>
        </a:defRPr>
      </a:lvl7pPr>
      <a:lvl8pPr xmlns:a="http://schemas.openxmlformats.org/drawingml/2006/main" marL="3429000" indent="-228600" algn="l">
        <a:lnSpc>
          <a:spcPct val="90000"/>
        </a:lnSpc>
        <a:spcBef>
          <a:spcPts val="500"/>
        </a:spcBef>
        <a:buChar char="•"/>
        <a:defRPr sz="1800">
          <a:solidFill>
            <a:schemeClr val="tx1"/>
          </a:solidFill>
          <a:latin typeface="+mn-lt"/>
          <a:ea typeface="+mn-lt"/>
          <a:cs typeface="+mn-lt"/>
        </a:defRPr>
      </a:lvl8pPr>
      <a:lvl9pPr xmlns:a="http://schemas.openxmlformats.org/drawingml/2006/main" marL="3886200" indent="-228600" algn="l">
        <a:lnSpc>
          <a:spcPct val="90000"/>
        </a:lnSpc>
        <a:spcBef>
          <a:spcPts val="500"/>
        </a:spcBef>
        <a:buChar char="•"/>
        <a:defRPr sz="1800">
          <a:solidFill>
            <a:schemeClr val="tx1"/>
          </a:solidFill>
          <a:latin typeface="+mn-lt"/>
          <a:ea typeface="+mn-lt"/>
          <a:cs typeface="+mn-lt"/>
        </a:defRPr>
      </a:lvl9pPr>
    </p:bodyStyle>
    <p:otherStyle>
      <a:lvl1pPr xmlns:a="http://schemas.openxmlformats.org/drawingml/2006/main" marL="0" algn="l">
        <a:buNone/>
        <a:defRPr sz="1800">
          <a:solidFill>
            <a:schemeClr val="tx1"/>
          </a:solidFill>
          <a:latin typeface="+mn-lt"/>
          <a:ea typeface="+mn-lt"/>
          <a:cs typeface="+mn-lt"/>
        </a:defRPr>
      </a:lvl1pPr>
      <a:lvl2pPr xmlns:a="http://schemas.openxmlformats.org/drawingml/2006/main" marL="457200" algn="l">
        <a:buNone/>
        <a:defRPr sz="1800">
          <a:solidFill>
            <a:schemeClr val="tx1"/>
          </a:solidFill>
          <a:latin typeface="+mn-lt"/>
          <a:ea typeface="+mn-lt"/>
          <a:cs typeface="+mn-lt"/>
        </a:defRPr>
      </a:lvl2pPr>
      <a:lvl3pPr xmlns:a="http://schemas.openxmlformats.org/drawingml/2006/main" marL="914400" algn="l">
        <a:buNone/>
        <a:defRPr sz="1800">
          <a:solidFill>
            <a:schemeClr val="tx1"/>
          </a:solidFill>
          <a:latin typeface="+mn-lt"/>
          <a:ea typeface="+mn-lt"/>
          <a:cs typeface="+mn-lt"/>
        </a:defRPr>
      </a:lvl3pPr>
      <a:lvl4pPr xmlns:a="http://schemas.openxmlformats.org/drawingml/2006/main" marL="1371600" algn="l">
        <a:buNone/>
        <a:defRPr sz="1800">
          <a:solidFill>
            <a:schemeClr val="tx1"/>
          </a:solidFill>
          <a:latin typeface="+mn-lt"/>
          <a:ea typeface="+mn-lt"/>
          <a:cs typeface="+mn-lt"/>
        </a:defRPr>
      </a:lvl4pPr>
      <a:lvl5pPr xmlns:a="http://schemas.openxmlformats.org/drawingml/2006/main" marL="1828800" algn="l">
        <a:buNone/>
        <a:defRPr sz="1800">
          <a:solidFill>
            <a:schemeClr val="tx1"/>
          </a:solidFill>
          <a:latin typeface="+mn-lt"/>
          <a:ea typeface="+mn-lt"/>
          <a:cs typeface="+mn-lt"/>
        </a:defRPr>
      </a:lvl5pPr>
      <a:lvl6pPr xmlns:a="http://schemas.openxmlformats.org/drawingml/2006/main" marL="2286000" algn="l">
        <a:buNone/>
        <a:defRPr sz="1800">
          <a:solidFill>
            <a:schemeClr val="tx1"/>
          </a:solidFill>
          <a:latin typeface="+mn-lt"/>
          <a:ea typeface="+mn-lt"/>
          <a:cs typeface="+mn-lt"/>
        </a:defRPr>
      </a:lvl6pPr>
      <a:lvl7pPr xmlns:a="http://schemas.openxmlformats.org/drawingml/2006/main" marL="2743200" algn="l">
        <a:buNone/>
        <a:defRPr sz="1800">
          <a:solidFill>
            <a:schemeClr val="tx1"/>
          </a:solidFill>
          <a:latin typeface="+mn-lt"/>
          <a:ea typeface="+mn-lt"/>
          <a:cs typeface="+mn-lt"/>
        </a:defRPr>
      </a:lvl7pPr>
      <a:lvl8pPr xmlns:a="http://schemas.openxmlformats.org/drawingml/2006/main" marL="3200400" algn="l">
        <a:buNone/>
        <a:defRPr sz="1800">
          <a:solidFill>
            <a:schemeClr val="tx1"/>
          </a:solidFill>
          <a:latin typeface="+mn-lt"/>
          <a:ea typeface="+mn-lt"/>
          <a:cs typeface="+mn-lt"/>
        </a:defRPr>
      </a:lvl8pPr>
      <a:lvl9pPr xmlns:a="http://schemas.openxmlformats.org/drawingml/2006/main" marL="3657600" algn="l">
        <a:buNone/>
        <a:defRPr sz="1800">
          <a:solidFill>
            <a:schemeClr val="tx1"/>
          </a:solidFill>
          <a:latin typeface="+mn-lt"/>
          <a:ea typeface="+mn-lt"/>
          <a:cs typeface="+mn-lt"/>
        </a:defRPr>
      </a:lvl9pPr>
    </p:otherStyle>
  </p:txStyles>
</p:sldMaster>
</file>

<file path=ppt/slideMasters/theme/theme2.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Aptos"/>
        <a:ea typeface=""/>
        <a:cs typeface=""/>
      </a:majorFont>
      <a:minorFont>
        <a:latin typeface="Aptos"/>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slides/_rels/slide1.xml.rels>&#65279;<?xml version="1.0" encoding="utf-8"?><Relationships xmlns="http://schemas.openxmlformats.org/package/2006/relationships"><Relationship Type="http://schemas.openxmlformats.org/officeDocument/2006/relationships/slideLayout" Target="/ppt/slideLayouts/slideLayout6.xml" Id="R8993d5b7328f4096" /><Relationship Type="http://schemas.openxmlformats.org/officeDocument/2006/relationships/image" Target="/ppt/media/image.png" Id="Reabcf6bea7504f64" /><Relationship Type="http://schemas.openxmlformats.org/officeDocument/2006/relationships/image" Target="/ppt/media/image2.png" Id="R8c5748733e944ba8" /><Relationship Type="http://schemas.openxmlformats.org/officeDocument/2006/relationships/image" Target="/ppt/media/image3.png" Id="Rf700a73caa0a4a8c" /><Relationship Type="http://schemas.openxmlformats.org/officeDocument/2006/relationships/image" Target="/ppt/media/image4.png" Id="Rcb60b529070f4ab9" /><Relationship Type="http://schemas.openxmlformats.org/officeDocument/2006/relationships/image" Target="/ppt/media/image5.png" Id="R8fc00b2a7fd24876" /><Relationship Type="http://schemas.openxmlformats.org/officeDocument/2006/relationships/image" Target="/ppt/media/image6.png" Id="R8f3bd37571aa4b89" /><Relationship Type="http://schemas.openxmlformats.org/officeDocument/2006/relationships/image" Target="/ppt/media/image7.png" Id="R93fd2575790f4907" /><Relationship Type="http://schemas.openxmlformats.org/officeDocument/2006/relationships/image" Target="/ppt/media/image8.png" Id="R40a9c050ab17406f" /><Relationship Type="http://schemas.openxmlformats.org/officeDocument/2006/relationships/image" Target="/ppt/media/image9.png" Id="R5ad7c3db9ec14c17" /><Relationship Type="http://schemas.openxmlformats.org/officeDocument/2006/relationships/image" Target="/ppt/media/image10.png" Id="Rf523ebc9ae734f86" /><Relationship Type="http://schemas.openxmlformats.org/officeDocument/2006/relationships/image" Target="/ppt/media/image11.png" Id="R1cca5fd1dea14f86" /><Relationship Type="http://schemas.openxmlformats.org/officeDocument/2006/relationships/image" Target="/ppt/media/image12.png" Id="R2d663a9d0621487a" /><Relationship Type="http://schemas.openxmlformats.org/officeDocument/2006/relationships/image" Target="/ppt/media/image13.png" Id="Rc5ffa789d0814038" /><Relationship Type="http://schemas.openxmlformats.org/officeDocument/2006/relationships/image" Target="/ppt/media/image14.png" Id="Rfb75418d7c7f4be9" /><Relationship Type="http://schemas.openxmlformats.org/officeDocument/2006/relationships/image" Target="/ppt/media/image15.png" Id="R71de8ccc154649c3" /><Relationship Type="http://schemas.openxmlformats.org/officeDocument/2006/relationships/image" Target="/ppt/media/image16.png" Id="R4a5cf6e98d534cb8" /><Relationship Type="http://schemas.openxmlformats.org/officeDocument/2006/relationships/image" Target="/ppt/media/image17.png" Id="R2e03346514cf4435" /><Relationship Type="http://schemas.openxmlformats.org/officeDocument/2006/relationships/image" Target="/ppt/media/image18.png" Id="R3e322931c7bc4332" /><Relationship Type="http://schemas.openxmlformats.org/officeDocument/2006/relationships/image" Target="/ppt/media/image19.png" Id="Rbd5cd1c4cbd741c9" /><Relationship Type="http://schemas.openxmlformats.org/officeDocument/2006/relationships/image" Target="/ppt/media/image20.png" Id="Rd7c95901c74446a5" /><Relationship Type="http://schemas.openxmlformats.org/officeDocument/2006/relationships/image" Target="/ppt/media/image21.png" Id="R2ce1b5fc97a349e3" /><Relationship Type="http://schemas.openxmlformats.org/officeDocument/2006/relationships/image" Target="/ppt/media/image22.png" Id="R0e7b68d139f44008" /><Relationship Type="http://schemas.openxmlformats.org/officeDocument/2006/relationships/image" Target="/ppt/media/image23.png" Id="Rd4c0e6bb9f624aed" /><Relationship Type="http://schemas.openxmlformats.org/officeDocument/2006/relationships/image" Target="/ppt/media/image24.png" Id="R8c8c29042919466e" /><Relationship Type="http://schemas.openxmlformats.org/officeDocument/2006/relationships/image" Target="/ppt/media/image25.png" Id="R56eeb1b25dd54771" /><Relationship Type="http://schemas.openxmlformats.org/officeDocument/2006/relationships/image" Target="/ppt/media/image26.png" Id="R4f462427094b4f5f" /><Relationship Type="http://schemas.openxmlformats.org/officeDocument/2006/relationships/image" Target="/ppt/media/image27.png" Id="R723e22d694d54c7f" /><Relationship Type="http://schemas.openxmlformats.org/officeDocument/2006/relationships/image" Target="/ppt/media/image28.png" Id="Rcab044e196114166" /><Relationship Type="http://schemas.openxmlformats.org/officeDocument/2006/relationships/image" Target="/ppt/media/image29.png" Id="Ra42b4f61f02a4977" /><Relationship Type="http://schemas.openxmlformats.org/officeDocument/2006/relationships/notesSlide" Target="/ppt/notesSlides/notesSlide1.xml" Id="R8cf0d5119e194127" /></Relationships>
</file>

<file path=ppt/slides/slide1.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pic>
        <p:nvPicPr>
          <p:cNvPr id="107" name="">
            <a:extLst xmlns:a="http://schemas.openxmlformats.org/drawingml/2006/main">
              <a:ext uri="{FF2B5EF4-FFF2-40B4-BE49-F238E27FC236}">
                <a16:creationId xmlns:a16="http://schemas.microsoft.com/office/drawing/2014/main" id="{0E936BA5-72E5-42A7-90F4-6D0434635161}"/>
              </a:ext>
            </a:extLst>
          </p:cNvPr>
          <p:cNvPicPr>
            <a:picLocks xmlns:a="http://schemas.openxmlformats.org/drawingml/2006/main" noChangeAspect="1"/>
          </p:cNvPicPr>
          <p:nvPr/>
        </p:nvPicPr>
        <p:blipFill>
          <a:blip xmlns:r="http://schemas.openxmlformats.org/officeDocument/2006/relationships" xmlns:a="http://schemas.openxmlformats.org/drawingml/2006/main" r:embed="Reabcf6bea7504f64"/>
          <a:stretch xmlns:a="http://schemas.openxmlformats.org/drawingml/2006/main"/>
        </p:blipFill>
        <p:spPr>
          <a:xfrm xmlns:a="http://schemas.openxmlformats.org/drawingml/2006/main">
            <a:off x="0" y="0"/>
            <a:ext cx="9753600" cy="5886450"/>
          </a:xfrm>
          <a:prstGeom xmlns:a="http://schemas.openxmlformats.org/drawingml/2006/main" prst="rect">
            <a:avLst/>
          </a:prstGeom>
        </p:spPr>
      </p:pic>
      <p:pic>
        <p:nvPicPr>
          <p:cNvPr id="2" name="">
            <a:extLst xmlns:a="http://schemas.openxmlformats.org/drawingml/2006/main">
              <a:ext uri="{FF2B5EF4-FFF2-40B4-BE49-F238E27FC236}">
                <a16:creationId xmlns:a16="http://schemas.microsoft.com/office/drawing/2014/main" id="{CA1AC282-6620-4181-9FD5-30DEF574AB68}"/>
              </a:ext>
            </a:extLst>
          </p:cNvPr>
          <p:cNvPicPr>
            <a:picLocks xmlns:a="http://schemas.openxmlformats.org/drawingml/2006/main" noChangeAspect="1"/>
          </p:cNvPicPr>
          <p:nvPr/>
        </p:nvPicPr>
        <p:blipFill>
          <a:blip xmlns:r="http://schemas.openxmlformats.org/officeDocument/2006/relationships" xmlns:a="http://schemas.openxmlformats.org/drawingml/2006/main" r:embed="R8c5748733e944ba8"/>
          <a:stretch xmlns:a="http://schemas.openxmlformats.org/drawingml/2006/main"/>
        </p:blipFill>
        <p:spPr>
          <a:xfrm xmlns:a="http://schemas.openxmlformats.org/drawingml/2006/main">
            <a:off x="0" y="0"/>
            <a:ext cx="5334000" cy="5886450"/>
          </a:xfrm>
          <a:prstGeom xmlns:a="http://schemas.openxmlformats.org/drawingml/2006/main" prst="rect">
            <a:avLst/>
          </a:prstGeom>
        </p:spPr>
      </p:pic>
      <p:sp>
        <p:nvSpPr>
          <p:cNvPr id="3" name="Intake">
            <a:extLst xmlns:a="http://schemas.openxmlformats.org/drawingml/2006/main">
              <a:ext uri="{FF2B5EF4-FFF2-40B4-BE49-F238E27FC236}">
                <a16:creationId xmlns:a16="http://schemas.microsoft.com/office/drawing/2014/main" id="{DFF1A1FC-2098-46F2-9850-4F106562AB66}"/>
              </a:ext>
            </a:extLst>
          </p:cNvPr>
          <p:cNvSpPr>
            <a:spLocks xmlns:a="http://schemas.openxmlformats.org/drawingml/2006/main" noGrp="1"/>
          </p:cNvSpPr>
          <p:nvPr/>
        </p:nvSpPr>
        <p:spPr>
          <a:xfrm xmlns:a="http://schemas.openxmlformats.org/drawingml/2006/main" rot="0">
            <a:off x="400050" y="466725"/>
            <a:ext cx="476250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defRPr sz="1875" b="1">
                <a:solidFill>
                  <a:srgbClr val="00496A"/>
                </a:solidFill>
                <a:latin typeface="Arial"/>
                <a:ea typeface="Arial"/>
                <a:cs typeface="Arial"/>
              </a:defRPr>
            </a:defPPr>
          </a:lstStyle>
          <a:p xmlns:a="http://schemas.openxmlformats.org/drawingml/2006/main">
            <a:pPr algn="l">
              <a:defRPr sz="1875" b="1">
                <a:solidFill>
                  <a:srgbClr val="00496A"/>
                </a:solidFill>
                <a:latin typeface="Arial"/>
                <a:ea typeface="Arial"/>
                <a:cs typeface="Arial"/>
              </a:defRPr>
            </a:pPr>
            <a:r>
              <a:rPr sz="1875" b="1">
                <a:solidFill>
                  <a:srgbClr val="00496A"/>
                </a:solidFill>
                <a:latin typeface="Arial"/>
                <a:ea typeface="Arial"/>
                <a:cs typeface="Arial"/>
              </a:rPr>
              <a:t>DECEMBER 2026 INTAKE</a:t>
            </a:r>
          </a:p>
        </p:txBody>
      </p:sp>
      <p:sp>
        <p:nvSpPr>
          <p:cNvPr id="4" name="Holiday title">
            <a:extLst xmlns:a="http://schemas.openxmlformats.org/drawingml/2006/main">
              <a:ext uri="{FF2B5EF4-FFF2-40B4-BE49-F238E27FC236}">
                <a16:creationId xmlns:a16="http://schemas.microsoft.com/office/drawing/2014/main" id="{E5EBEE97-3BB7-4D32-A2E9-58CDCD1B09C4}"/>
              </a:ext>
            </a:extLst>
          </p:cNvPr>
          <p:cNvSpPr>
            <a:spLocks xmlns:a="http://schemas.openxmlformats.org/drawingml/2006/main" noGrp="1"/>
          </p:cNvSpPr>
          <p:nvPr/>
        </p:nvSpPr>
        <p:spPr>
          <a:xfrm xmlns:a="http://schemas.openxmlformats.org/drawingml/2006/main" rot="0">
            <a:off x="333375" y="723900"/>
            <a:ext cx="5238750" cy="1200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defRPr sz="7575" b="0">
                <a:solidFill>
                  <a:srgbClr val="002342"/>
                </a:solidFill>
                <a:latin typeface="Arial Black"/>
                <a:ea typeface="Arial Black"/>
                <a:cs typeface="Arial Black"/>
              </a:defRPr>
            </a:defPPr>
          </a:lstStyle>
          <a:p xmlns:a="http://schemas.openxmlformats.org/drawingml/2006/main">
            <a:pPr algn="l">
              <a:defRPr sz="7575" b="0">
                <a:solidFill>
                  <a:srgbClr val="002342"/>
                </a:solidFill>
                <a:latin typeface="Arial Black"/>
                <a:ea typeface="Arial Black"/>
                <a:cs typeface="Arial Black"/>
              </a:defRPr>
            </a:pPr>
            <a:r>
              <a:rPr sz="7575" b="0">
                <a:solidFill>
                  <a:srgbClr val="002342"/>
                </a:solidFill>
                <a:latin typeface="Arial Black"/>
                <a:ea typeface="Arial Black"/>
                <a:cs typeface="Arial Black"/>
              </a:rPr>
              <a:t>HOLIDAY</a:t>
            </a:r>
          </a:p>
        </p:txBody>
      </p:sp>
      <p:sp>
        <p:nvSpPr>
          <p:cNvPr id="5" name="Data title">
            <a:extLst xmlns:a="http://schemas.openxmlformats.org/drawingml/2006/main">
              <a:ext uri="{FF2B5EF4-FFF2-40B4-BE49-F238E27FC236}">
                <a16:creationId xmlns:a16="http://schemas.microsoft.com/office/drawing/2014/main" id="{593C2BEC-D934-49D1-B6A5-F3B6CF189321}"/>
              </a:ext>
            </a:extLst>
          </p:cNvPr>
          <p:cNvSpPr>
            <a:spLocks xmlns:a="http://schemas.openxmlformats.org/drawingml/2006/main" noGrp="1"/>
          </p:cNvSpPr>
          <p:nvPr/>
        </p:nvSpPr>
        <p:spPr>
          <a:xfrm xmlns:a="http://schemas.openxmlformats.org/drawingml/2006/main" rot="0">
            <a:off x="342900" y="1676400"/>
            <a:ext cx="3048000" cy="1181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defRPr sz="7800" b="0">
                <a:solidFill>
                  <a:srgbClr val="007DDD"/>
                </a:solidFill>
                <a:latin typeface="Arial Black"/>
                <a:ea typeface="Arial Black"/>
                <a:cs typeface="Arial Black"/>
              </a:defRPr>
            </a:defPPr>
          </a:lstStyle>
          <a:p xmlns:a="http://schemas.openxmlformats.org/drawingml/2006/main">
            <a:pPr algn="l">
              <a:defRPr sz="7800" b="0">
                <a:solidFill>
                  <a:srgbClr val="007DDD"/>
                </a:solidFill>
                <a:latin typeface="Arial Black"/>
                <a:ea typeface="Arial Black"/>
                <a:cs typeface="Arial Black"/>
              </a:defRPr>
            </a:pPr>
            <a:r>
              <a:rPr sz="7800" b="0">
                <a:solidFill>
                  <a:srgbClr val="007DDD"/>
                </a:solidFill>
                <a:latin typeface="Arial Black"/>
                <a:ea typeface="Arial Black"/>
                <a:cs typeface="Arial Black"/>
              </a:rPr>
              <a:t>DATA</a:t>
            </a:r>
          </a:p>
        </p:txBody>
      </p:sp>
      <p:sp>
        <p:nvSpPr>
          <p:cNvPr id="6" name="Ampersand">
            <a:extLst xmlns:a="http://schemas.openxmlformats.org/drawingml/2006/main">
              <a:ext uri="{FF2B5EF4-FFF2-40B4-BE49-F238E27FC236}">
                <a16:creationId xmlns:a16="http://schemas.microsoft.com/office/drawing/2014/main" id="{17938585-5F60-4FA5-B7A9-7A8F1F1E9C08}"/>
              </a:ext>
            </a:extLst>
          </p:cNvPr>
          <p:cNvSpPr>
            <a:spLocks xmlns:a="http://schemas.openxmlformats.org/drawingml/2006/main" noGrp="1"/>
          </p:cNvSpPr>
          <p:nvPr/>
        </p:nvSpPr>
        <p:spPr>
          <a:xfrm xmlns:a="http://schemas.openxmlformats.org/drawingml/2006/main" rot="0">
            <a:off x="3257550" y="1676400"/>
            <a:ext cx="904875" cy="1181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defRPr sz="7500" b="0">
                <a:solidFill>
                  <a:srgbClr val="692BCB"/>
                </a:solidFill>
                <a:latin typeface="Arial Black"/>
                <a:ea typeface="Arial Black"/>
                <a:cs typeface="Arial Black"/>
              </a:defRPr>
            </a:defPPr>
          </a:lstStyle>
          <a:p xmlns:a="http://schemas.openxmlformats.org/drawingml/2006/main">
            <a:pPr algn="l">
              <a:defRPr sz="7500" b="0">
                <a:solidFill>
                  <a:srgbClr val="692BCB"/>
                </a:solidFill>
                <a:latin typeface="Arial Black"/>
                <a:ea typeface="Arial Black"/>
                <a:cs typeface="Arial Black"/>
              </a:defRPr>
            </a:pPr>
            <a:r>
              <a:rPr sz="7500" b="0">
                <a:solidFill>
                  <a:srgbClr val="692BCB"/>
                </a:solidFill>
                <a:latin typeface="Arial Black"/>
                <a:ea typeface="Arial Black"/>
                <a:cs typeface="Arial Black"/>
              </a:rPr>
              <a:t>&amp;</a:t>
            </a:r>
          </a:p>
        </p:txBody>
      </p:sp>
      <p:sp>
        <p:nvSpPr>
          <p:cNvPr id="7" name="AI title">
            <a:extLst xmlns:a="http://schemas.openxmlformats.org/drawingml/2006/main">
              <a:ext uri="{FF2B5EF4-FFF2-40B4-BE49-F238E27FC236}">
                <a16:creationId xmlns:a16="http://schemas.microsoft.com/office/drawing/2014/main" id="{E1806389-D3A1-4C16-A8E0-64CC99A2BF31}"/>
              </a:ext>
            </a:extLst>
          </p:cNvPr>
          <p:cNvSpPr>
            <a:spLocks xmlns:a="http://schemas.openxmlformats.org/drawingml/2006/main" noGrp="1"/>
          </p:cNvSpPr>
          <p:nvPr/>
        </p:nvSpPr>
        <p:spPr>
          <a:xfrm xmlns:a="http://schemas.openxmlformats.org/drawingml/2006/main" rot="0">
            <a:off x="4162425" y="1676400"/>
            <a:ext cx="1276350" cy="1181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defRPr sz="7500" b="0">
                <a:solidFill>
                  <a:srgbClr val="0349D2"/>
                </a:solidFill>
                <a:latin typeface="Arial Black"/>
                <a:ea typeface="Arial Black"/>
                <a:cs typeface="Arial Black"/>
              </a:defRPr>
            </a:defPPr>
          </a:lstStyle>
          <a:p xmlns:a="http://schemas.openxmlformats.org/drawingml/2006/main">
            <a:pPr algn="l">
              <a:defRPr sz="7500" b="0">
                <a:solidFill>
                  <a:srgbClr val="0349D2"/>
                </a:solidFill>
                <a:latin typeface="Arial Black"/>
                <a:ea typeface="Arial Black"/>
                <a:cs typeface="Arial Black"/>
              </a:defRPr>
            </a:pPr>
            <a:r>
              <a:rPr sz="7500" b="0">
                <a:solidFill>
                  <a:srgbClr val="0349D2"/>
                </a:solidFill>
                <a:latin typeface="Arial Black"/>
                <a:ea typeface="Arial Black"/>
                <a:cs typeface="Arial Black"/>
              </a:rPr>
              <a:t>AI</a:t>
            </a:r>
          </a:p>
        </p:txBody>
      </p:sp>
      <p:sp>
        <p:nvSpPr>
          <p:cNvPr id="8" name="Camp title">
            <a:extLst xmlns:a="http://schemas.openxmlformats.org/drawingml/2006/main">
              <a:ext uri="{FF2B5EF4-FFF2-40B4-BE49-F238E27FC236}">
                <a16:creationId xmlns:a16="http://schemas.microsoft.com/office/drawing/2014/main" id="{A4075701-2917-40E3-BF45-D2018CBA36CE}"/>
              </a:ext>
            </a:extLst>
          </p:cNvPr>
          <p:cNvSpPr>
            <a:spLocks xmlns:a="http://schemas.openxmlformats.org/drawingml/2006/main" noGrp="1"/>
          </p:cNvSpPr>
          <p:nvPr/>
        </p:nvSpPr>
        <p:spPr>
          <a:xfrm xmlns:a="http://schemas.openxmlformats.org/drawingml/2006/main" rot="0">
            <a:off x="342900" y="2571750"/>
            <a:ext cx="4381500" cy="1190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defRPr sz="7800" b="0">
                <a:solidFill>
                  <a:srgbClr val="002342"/>
                </a:solidFill>
                <a:latin typeface="Arial Black"/>
                <a:ea typeface="Arial Black"/>
                <a:cs typeface="Arial Black"/>
              </a:defRPr>
            </a:defPPr>
          </a:lstStyle>
          <a:p xmlns:a="http://schemas.openxmlformats.org/drawingml/2006/main">
            <a:pPr algn="l">
              <a:defRPr sz="7800" b="0">
                <a:solidFill>
                  <a:srgbClr val="002342"/>
                </a:solidFill>
                <a:latin typeface="Arial Black"/>
                <a:ea typeface="Arial Black"/>
                <a:cs typeface="Arial Black"/>
              </a:defRPr>
            </a:pPr>
            <a:r>
              <a:rPr sz="7800" b="0">
                <a:solidFill>
                  <a:srgbClr val="002342"/>
                </a:solidFill>
                <a:latin typeface="Arial Black"/>
                <a:ea typeface="Arial Black"/>
                <a:cs typeface="Arial Black"/>
              </a:rPr>
              <a:t>CAMP</a:t>
            </a:r>
          </a:p>
        </p:txBody>
      </p:sp>
      <p:sp>
        <p:nvSpPr>
          <p:cNvPr id="9" name="Promise line one">
            <a:extLst xmlns:a="http://schemas.openxmlformats.org/drawingml/2006/main">
              <a:ext uri="{FF2B5EF4-FFF2-40B4-BE49-F238E27FC236}">
                <a16:creationId xmlns:a16="http://schemas.microsoft.com/office/drawing/2014/main" id="{151757E2-44E4-438E-9CB3-55F4B24916E2}"/>
              </a:ext>
            </a:extLst>
          </p:cNvPr>
          <p:cNvSpPr>
            <a:spLocks xmlns:a="http://schemas.openxmlformats.org/drawingml/2006/main" noGrp="1"/>
          </p:cNvSpPr>
          <p:nvPr/>
        </p:nvSpPr>
        <p:spPr>
          <a:xfrm xmlns:a="http://schemas.openxmlformats.org/drawingml/2006/main" rot="0">
            <a:off x="390525" y="3990975"/>
            <a:ext cx="457200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defRPr sz="2250" b="1">
                <a:solidFill>
                  <a:srgbClr val="002342"/>
                </a:solidFill>
                <a:latin typeface="Arial"/>
                <a:ea typeface="Arial"/>
                <a:cs typeface="Arial"/>
              </a:defRPr>
            </a:defPPr>
          </a:lstStyle>
          <a:p xmlns:a="http://schemas.openxmlformats.org/drawingml/2006/main">
            <a:pPr algn="l">
              <a:defRPr sz="2250" b="1">
                <a:solidFill>
                  <a:srgbClr val="002342"/>
                </a:solidFill>
                <a:latin typeface="Arial"/>
                <a:ea typeface="Arial"/>
                <a:cs typeface="Arial"/>
              </a:defRPr>
            </a:pPr>
            <a:r>
              <a:rPr sz="2250" b="1">
                <a:solidFill>
                  <a:srgbClr val="002342"/>
                </a:solidFill>
                <a:latin typeface="Arial"/>
                <a:ea typeface="Arial"/>
                <a:cs typeface="Arial"/>
              </a:rPr>
              <a:t>Practical skills. Real projects.</a:t>
            </a:r>
          </a:p>
        </p:txBody>
      </p:sp>
      <p:sp>
        <p:nvSpPr>
          <p:cNvPr id="10" name="Promise line two">
            <a:extLst xmlns:a="http://schemas.openxmlformats.org/drawingml/2006/main">
              <a:ext uri="{FF2B5EF4-FFF2-40B4-BE49-F238E27FC236}">
                <a16:creationId xmlns:a16="http://schemas.microsoft.com/office/drawing/2014/main" id="{B6DC9B47-2F92-41E6-AB02-910429EC4233}"/>
              </a:ext>
            </a:extLst>
          </p:cNvPr>
          <p:cNvSpPr>
            <a:spLocks xmlns:a="http://schemas.openxmlformats.org/drawingml/2006/main" noGrp="1"/>
          </p:cNvSpPr>
          <p:nvPr/>
        </p:nvSpPr>
        <p:spPr>
          <a:xfrm xmlns:a="http://schemas.openxmlformats.org/drawingml/2006/main" rot="0">
            <a:off x="390525" y="4362450"/>
            <a:ext cx="438150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defRPr sz="2250" b="1">
                <a:solidFill>
                  <a:srgbClr val="002342"/>
                </a:solidFill>
                <a:latin typeface="Arial"/>
                <a:ea typeface="Arial"/>
                <a:cs typeface="Arial"/>
              </a:defRPr>
            </a:defPPr>
          </a:lstStyle>
          <a:p xmlns:a="http://schemas.openxmlformats.org/drawingml/2006/main">
            <a:pPr algn="l">
              <a:defRPr sz="2250" b="1">
                <a:solidFill>
                  <a:srgbClr val="002342"/>
                </a:solidFill>
                <a:latin typeface="Arial"/>
                <a:ea typeface="Arial"/>
                <a:cs typeface="Arial"/>
              </a:defRPr>
            </a:pPr>
            <a:r>
              <a:rPr sz="2250" b="1">
                <a:solidFill>
                  <a:srgbClr val="002342"/>
                </a:solidFill>
                <a:latin typeface="Arial"/>
                <a:ea typeface="Arial"/>
                <a:cs typeface="Arial"/>
              </a:rPr>
              <a:t>Greater opportunities.</a:t>
            </a:r>
          </a:p>
        </p:txBody>
      </p:sp>
      <p:sp>
        <p:nvSpPr>
          <p:cNvPr id="11" name="Central white sheet">
            <a:extLst xmlns:a="http://schemas.openxmlformats.org/drawingml/2006/main">
              <a:ext uri="{FF2B5EF4-FFF2-40B4-BE49-F238E27FC236}">
                <a16:creationId xmlns:a16="http://schemas.microsoft.com/office/drawing/2014/main" id="{D574A0B7-CE9E-40BD-A972-D8F7A8B214BD}"/>
              </a:ext>
            </a:extLst>
          </p:cNvPr>
          <p:cNvSpPr>
            <a:spLocks xmlns:a="http://schemas.openxmlformats.org/drawingml/2006/main" noGrp="1"/>
          </p:cNvSpPr>
          <p:nvPr/>
        </p:nvSpPr>
        <p:spPr>
          <a:xfrm xmlns:a="http://schemas.openxmlformats.org/drawingml/2006/main" rot="0">
            <a:off x="171450" y="5886450"/>
            <a:ext cx="9420225" cy="9620250"/>
          </a:xfrm>
          <a:prstGeom xmlns:a="http://schemas.openxmlformats.org/drawingml/2006/main" prst="roundRect">
            <a:avLst>
              <a:gd name="adj" fmla="val 1820"/>
            </a:avLst>
          </a:prstGeom>
          <a:solidFill xmlns:a="http://schemas.openxmlformats.org/drawingml/2006/main">
            <a:srgbClr val="FFFFFF"/>
          </a:solidFill>
          <a:ln xmlns:a="http://schemas.openxmlformats.org/drawingml/2006/main" w="0">
            <a:noFill/>
          </a:ln>
        </p:spPr>
      </p:sp>
      <p:sp>
        <p:nvSpPr>
          <p:cNvPr id="12" name="Data Analysis panel">
            <a:extLst xmlns:a="http://schemas.openxmlformats.org/drawingml/2006/main">
              <a:ext uri="{FF2B5EF4-FFF2-40B4-BE49-F238E27FC236}">
                <a16:creationId xmlns:a16="http://schemas.microsoft.com/office/drawing/2014/main" id="{649DA114-0C57-4504-8CBB-DC909A15467A}"/>
              </a:ext>
            </a:extLst>
          </p:cNvPr>
          <p:cNvSpPr>
            <a:spLocks xmlns:a="http://schemas.openxmlformats.org/drawingml/2006/main" noGrp="1"/>
          </p:cNvSpPr>
          <p:nvPr/>
        </p:nvSpPr>
        <p:spPr>
          <a:xfrm xmlns:a="http://schemas.openxmlformats.org/drawingml/2006/main" rot="0">
            <a:off x="295275" y="5991225"/>
            <a:ext cx="4524375" cy="4876800"/>
          </a:xfrm>
          <a:prstGeom xmlns:a="http://schemas.openxmlformats.org/drawingml/2006/main" prst="roundRect">
            <a:avLst>
              <a:gd name="adj" fmla="val 3158"/>
            </a:avLst>
          </a:prstGeom>
          <a:solidFill xmlns:a="http://schemas.openxmlformats.org/drawingml/2006/main">
            <a:srgbClr val="E6F6FE"/>
          </a:solidFill>
          <a:ln xmlns:a="http://schemas.openxmlformats.org/drawingml/2006/main" w="0">
            <a:noFill/>
          </a:ln>
        </p:spPr>
      </p:sp>
      <p:sp>
        <p:nvSpPr>
          <p:cNvPr id="13" name="Machine Learning panel">
            <a:extLst xmlns:a="http://schemas.openxmlformats.org/drawingml/2006/main">
              <a:ext uri="{FF2B5EF4-FFF2-40B4-BE49-F238E27FC236}">
                <a16:creationId xmlns:a16="http://schemas.microsoft.com/office/drawing/2014/main" id="{C701F342-6F11-4FFD-9337-4415058FE595}"/>
              </a:ext>
            </a:extLst>
          </p:cNvPr>
          <p:cNvSpPr>
            <a:spLocks xmlns:a="http://schemas.openxmlformats.org/drawingml/2006/main" noGrp="1"/>
          </p:cNvSpPr>
          <p:nvPr/>
        </p:nvSpPr>
        <p:spPr>
          <a:xfrm xmlns:a="http://schemas.openxmlformats.org/drawingml/2006/main" rot="0">
            <a:off x="4943475" y="5991225"/>
            <a:ext cx="4524375" cy="4876800"/>
          </a:xfrm>
          <a:prstGeom xmlns:a="http://schemas.openxmlformats.org/drawingml/2006/main" prst="roundRect">
            <a:avLst>
              <a:gd name="adj" fmla="val 3158"/>
            </a:avLst>
          </a:prstGeom>
          <a:solidFill xmlns:a="http://schemas.openxmlformats.org/drawingml/2006/main">
            <a:srgbClr val="F2E7FD"/>
          </a:solidFill>
          <a:ln xmlns:a="http://schemas.openxmlformats.org/drawingml/2006/main" w="0">
            <a:noFill/>
          </a:ln>
        </p:spPr>
      </p:sp>
      <p:pic>
        <p:nvPicPr>
          <p:cNvPr id="14" name="">
            <a:extLst xmlns:a="http://schemas.openxmlformats.org/drawingml/2006/main">
              <a:ext uri="{FF2B5EF4-FFF2-40B4-BE49-F238E27FC236}">
                <a16:creationId xmlns:a16="http://schemas.microsoft.com/office/drawing/2014/main" id="{37264C3C-B064-4E84-A5E0-233B03A73C02}"/>
              </a:ext>
            </a:extLst>
          </p:cNvPr>
          <p:cNvPicPr>
            <a:picLocks xmlns:a="http://schemas.openxmlformats.org/drawingml/2006/main" noChangeAspect="1"/>
          </p:cNvPicPr>
          <p:nvPr/>
        </p:nvPicPr>
        <p:blipFill>
          <a:blip xmlns:r="http://schemas.openxmlformats.org/officeDocument/2006/relationships" xmlns:a="http://schemas.openxmlformats.org/drawingml/2006/main" r:embed="Rf700a73caa0a4a8c"/>
          <a:stretch xmlns:a="http://schemas.openxmlformats.org/drawingml/2006/main"/>
        </p:blipFill>
        <p:spPr>
          <a:xfrm xmlns:a="http://schemas.openxmlformats.org/drawingml/2006/main">
            <a:off x="590550" y="6124575"/>
            <a:ext cx="666750" cy="762000"/>
          </a:xfrm>
          <a:prstGeom xmlns:a="http://schemas.openxmlformats.org/drawingml/2006/main" prst="rect">
            <a:avLst/>
          </a:prstGeom>
        </p:spPr>
      </p:pic>
      <p:pic>
        <p:nvPicPr>
          <p:cNvPr id="15" name="">
            <a:extLst xmlns:a="http://schemas.openxmlformats.org/drawingml/2006/main">
              <a:ext uri="{FF2B5EF4-FFF2-40B4-BE49-F238E27FC236}">
                <a16:creationId xmlns:a16="http://schemas.microsoft.com/office/drawing/2014/main" id="{0C2B2620-3188-49D3-AFA2-AA9A491770F8}"/>
              </a:ext>
            </a:extLst>
          </p:cNvPr>
          <p:cNvPicPr>
            <a:picLocks xmlns:a="http://schemas.openxmlformats.org/drawingml/2006/main" noChangeAspect="1"/>
          </p:cNvPicPr>
          <p:nvPr/>
        </p:nvPicPr>
        <p:blipFill>
          <a:blip xmlns:r="http://schemas.openxmlformats.org/officeDocument/2006/relationships" xmlns:a="http://schemas.openxmlformats.org/drawingml/2006/main" r:embed="Rcb60b529070f4ab9"/>
          <a:stretch xmlns:a="http://schemas.openxmlformats.org/drawingml/2006/main"/>
        </p:blipFill>
        <p:spPr>
          <a:xfrm xmlns:a="http://schemas.openxmlformats.org/drawingml/2006/main">
            <a:off x="5219700" y="6124575"/>
            <a:ext cx="762000" cy="762000"/>
          </a:xfrm>
          <a:prstGeom xmlns:a="http://schemas.openxmlformats.org/drawingml/2006/main" prst="rect">
            <a:avLst/>
          </a:prstGeom>
        </p:spPr>
      </p:pic>
      <p:sp>
        <p:nvSpPr>
          <p:cNvPr id="16" name="Data Analysis title">
            <a:extLst xmlns:a="http://schemas.openxmlformats.org/drawingml/2006/main">
              <a:ext uri="{FF2B5EF4-FFF2-40B4-BE49-F238E27FC236}">
                <a16:creationId xmlns:a16="http://schemas.microsoft.com/office/drawing/2014/main" id="{33C819BA-13EF-407E-B6CF-2693C4956080}"/>
              </a:ext>
            </a:extLst>
          </p:cNvPr>
          <p:cNvSpPr>
            <a:spLocks xmlns:a="http://schemas.openxmlformats.org/drawingml/2006/main" noGrp="1"/>
          </p:cNvSpPr>
          <p:nvPr/>
        </p:nvSpPr>
        <p:spPr>
          <a:xfrm xmlns:a="http://schemas.openxmlformats.org/drawingml/2006/main" rot="0">
            <a:off x="1581150" y="6143625"/>
            <a:ext cx="318135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defRPr sz="2700" b="1">
                <a:solidFill>
                  <a:srgbClr val="004461"/>
                </a:solidFill>
                <a:latin typeface="Arial"/>
                <a:ea typeface="Arial"/>
                <a:cs typeface="Arial"/>
              </a:defRPr>
            </a:defPPr>
          </a:lstStyle>
          <a:p xmlns:a="http://schemas.openxmlformats.org/drawingml/2006/main">
            <a:pPr algn="l">
              <a:defRPr sz="2700" b="1">
                <a:solidFill>
                  <a:srgbClr val="004461"/>
                </a:solidFill>
                <a:latin typeface="Arial"/>
                <a:ea typeface="Arial"/>
                <a:cs typeface="Arial"/>
              </a:defRPr>
            </a:pPr>
            <a:r>
              <a:rPr sz="2700" b="1">
                <a:solidFill>
                  <a:srgbClr val="004461"/>
                </a:solidFill>
                <a:latin typeface="Arial"/>
                <a:ea typeface="Arial"/>
                <a:cs typeface="Arial"/>
              </a:rPr>
              <a:t>DATA ANALYSIS</a:t>
            </a:r>
          </a:p>
        </p:txBody>
      </p:sp>
      <p:sp>
        <p:nvSpPr>
          <p:cNvPr id="17" name="ML title">
            <a:extLst xmlns:a="http://schemas.openxmlformats.org/drawingml/2006/main">
              <a:ext uri="{FF2B5EF4-FFF2-40B4-BE49-F238E27FC236}">
                <a16:creationId xmlns:a16="http://schemas.microsoft.com/office/drawing/2014/main" id="{9989C388-160A-4CE1-996F-832BB08D1BFA}"/>
              </a:ext>
            </a:extLst>
          </p:cNvPr>
          <p:cNvSpPr>
            <a:spLocks xmlns:a="http://schemas.openxmlformats.org/drawingml/2006/main" noGrp="1"/>
          </p:cNvSpPr>
          <p:nvPr/>
        </p:nvSpPr>
        <p:spPr>
          <a:xfrm xmlns:a="http://schemas.openxmlformats.org/drawingml/2006/main" rot="0">
            <a:off x="6238875" y="6172200"/>
            <a:ext cx="3238500" cy="438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defRPr sz="2475" b="1">
                <a:solidFill>
                  <a:srgbClr val="6500BC"/>
                </a:solidFill>
                <a:latin typeface="Arial"/>
                <a:ea typeface="Arial"/>
                <a:cs typeface="Arial"/>
              </a:defRPr>
            </a:defPPr>
          </a:lstStyle>
          <a:p xmlns:a="http://schemas.openxmlformats.org/drawingml/2006/main">
            <a:pPr algn="l">
              <a:defRPr sz="2475" b="1">
                <a:solidFill>
                  <a:srgbClr val="6500BC"/>
                </a:solidFill>
                <a:latin typeface="Arial"/>
                <a:ea typeface="Arial"/>
                <a:cs typeface="Arial"/>
              </a:defRPr>
            </a:pPr>
            <a:r>
              <a:rPr sz="2475" b="1">
                <a:solidFill>
                  <a:srgbClr val="6500BC"/>
                </a:solidFill>
                <a:latin typeface="Arial"/>
                <a:ea typeface="Arial"/>
                <a:cs typeface="Arial"/>
              </a:rPr>
              <a:t>MACHINE LEARNING</a:t>
            </a:r>
          </a:p>
        </p:txBody>
      </p:sp>
      <p:sp>
        <p:nvSpPr>
          <p:cNvPr id="18" name="DA description">
            <a:extLst xmlns:a="http://schemas.openxmlformats.org/drawingml/2006/main">
              <a:ext uri="{FF2B5EF4-FFF2-40B4-BE49-F238E27FC236}">
                <a16:creationId xmlns:a16="http://schemas.microsoft.com/office/drawing/2014/main" id="{68CC7C2B-DF92-4D0E-914A-CD1F1CAE897C}"/>
              </a:ext>
            </a:extLst>
          </p:cNvPr>
          <p:cNvSpPr>
            <a:spLocks xmlns:a="http://schemas.openxmlformats.org/drawingml/2006/main" noGrp="1"/>
          </p:cNvSpPr>
          <p:nvPr/>
        </p:nvSpPr>
        <p:spPr>
          <a:xfrm xmlns:a="http://schemas.openxmlformats.org/drawingml/2006/main" rot="0">
            <a:off x="1581150" y="6581775"/>
            <a:ext cx="3190875"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defRPr sz="1725" b="0">
                <a:solidFill>
                  <a:srgbClr val="004461"/>
                </a:solidFill>
                <a:latin typeface="Arial"/>
                <a:ea typeface="Arial"/>
                <a:cs typeface="Arial"/>
              </a:defRPr>
            </a:defPPr>
          </a:lstStyle>
          <a:p xmlns:a="http://schemas.openxmlformats.org/drawingml/2006/main">
            <a:pPr algn="l">
              <a:defRPr sz="1725" b="0">
                <a:solidFill>
                  <a:srgbClr val="004461"/>
                </a:solidFill>
                <a:latin typeface="Arial"/>
                <a:ea typeface="Arial"/>
                <a:cs typeface="Arial"/>
              </a:defRPr>
            </a:pPr>
            <a:r>
              <a:rPr sz="1725" b="0">
                <a:solidFill>
                  <a:srgbClr val="004461"/>
                </a:solidFill>
                <a:latin typeface="Arial"/>
                <a:ea typeface="Arial"/>
                <a:cs typeface="Arial"/>
              </a:rPr>
              <a:t>Turn real data into</a:t>
            </a:r>
          </a:p>
          <a:p xmlns:a="http://schemas.openxmlformats.org/drawingml/2006/main">
            <a:pPr algn="l">
              <a:defRPr sz="1725" b="0">
                <a:solidFill>
                  <a:srgbClr val="004461"/>
                </a:solidFill>
                <a:latin typeface="Arial"/>
                <a:ea typeface="Arial"/>
                <a:cs typeface="Arial"/>
              </a:defRPr>
            </a:pPr>
            <a:r>
              <a:rPr sz="1725" b="0">
                <a:solidFill>
                  <a:srgbClr val="004461"/>
                </a:solidFill>
                <a:latin typeface="Arial"/>
                <a:ea typeface="Arial"/>
                <a:cs typeface="Arial"/>
              </a:rPr>
              <a:t>useful insights</a:t>
            </a:r>
          </a:p>
        </p:txBody>
      </p:sp>
      <p:sp>
        <p:nvSpPr>
          <p:cNvPr id="19" name="ML description">
            <a:extLst xmlns:a="http://schemas.openxmlformats.org/drawingml/2006/main">
              <a:ext uri="{FF2B5EF4-FFF2-40B4-BE49-F238E27FC236}">
                <a16:creationId xmlns:a16="http://schemas.microsoft.com/office/drawing/2014/main" id="{47B1BC02-BF3D-4BA1-BBDB-83BE8CA5483E}"/>
              </a:ext>
            </a:extLst>
          </p:cNvPr>
          <p:cNvSpPr>
            <a:spLocks xmlns:a="http://schemas.openxmlformats.org/drawingml/2006/main" noGrp="1"/>
          </p:cNvSpPr>
          <p:nvPr/>
        </p:nvSpPr>
        <p:spPr>
          <a:xfrm xmlns:a="http://schemas.openxmlformats.org/drawingml/2006/main" rot="0">
            <a:off x="6238875" y="6581775"/>
            <a:ext cx="3190875" cy="685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defRPr sz="1725" b="0">
                <a:solidFill>
                  <a:srgbClr val="6500BC"/>
                </a:solidFill>
                <a:latin typeface="Arial"/>
                <a:ea typeface="Arial"/>
                <a:cs typeface="Arial"/>
              </a:defRPr>
            </a:defPPr>
          </a:lstStyle>
          <a:p xmlns:a="http://schemas.openxmlformats.org/drawingml/2006/main">
            <a:pPr algn="l">
              <a:defRPr sz="1725" b="0">
                <a:solidFill>
                  <a:srgbClr val="6500BC"/>
                </a:solidFill>
                <a:latin typeface="Arial"/>
                <a:ea typeface="Arial"/>
                <a:cs typeface="Arial"/>
              </a:defRPr>
            </a:pPr>
            <a:r>
              <a:rPr sz="1725" b="0">
                <a:solidFill>
                  <a:srgbClr val="6500BC"/>
                </a:solidFill>
                <a:latin typeface="Arial"/>
                <a:ea typeface="Arial"/>
                <a:cs typeface="Arial"/>
              </a:rPr>
              <a:t>Teach computers to find</a:t>
            </a:r>
          </a:p>
          <a:p xmlns:a="http://schemas.openxmlformats.org/drawingml/2006/main">
            <a:pPr algn="l">
              <a:defRPr sz="1725" b="0">
                <a:solidFill>
                  <a:srgbClr val="6500BC"/>
                </a:solidFill>
                <a:latin typeface="Arial"/>
                <a:ea typeface="Arial"/>
                <a:cs typeface="Arial"/>
              </a:defRPr>
            </a:pPr>
            <a:r>
              <a:rPr sz="1725" b="0">
                <a:solidFill>
                  <a:srgbClr val="6500BC"/>
                </a:solidFill>
                <a:latin typeface="Arial"/>
                <a:ea typeface="Arial"/>
                <a:cs typeface="Arial"/>
              </a:rPr>
              <a:t>patterns &amp; make predictions</a:t>
            </a:r>
          </a:p>
        </p:txBody>
      </p:sp>
      <p:pic>
        <p:nvPicPr>
          <p:cNvPr id="20" name="">
            <a:extLst xmlns:a="http://schemas.openxmlformats.org/drawingml/2006/main">
              <a:ext uri="{FF2B5EF4-FFF2-40B4-BE49-F238E27FC236}">
                <a16:creationId xmlns:a16="http://schemas.microsoft.com/office/drawing/2014/main" id="{C9744851-704B-4350-9C6E-ABE68D75A30B}"/>
              </a:ext>
            </a:extLst>
          </p:cNvPr>
          <p:cNvPicPr>
            <a:picLocks xmlns:a="http://schemas.openxmlformats.org/drawingml/2006/main" noChangeAspect="1"/>
          </p:cNvPicPr>
          <p:nvPr/>
        </p:nvPicPr>
        <p:blipFill>
          <a:blip xmlns:r="http://schemas.openxmlformats.org/officeDocument/2006/relationships" xmlns:a="http://schemas.openxmlformats.org/drawingml/2006/main" r:embed="R8fc00b2a7fd24876"/>
          <a:stretch xmlns:a="http://schemas.openxmlformats.org/drawingml/2006/main"/>
        </p:blipFill>
        <p:spPr>
          <a:xfrm xmlns:a="http://schemas.openxmlformats.org/drawingml/2006/main">
            <a:off x="942975" y="7391400"/>
            <a:ext cx="457200" cy="457200"/>
          </a:xfrm>
          <a:prstGeom xmlns:a="http://schemas.openxmlformats.org/drawingml/2006/main" prst="rect">
            <a:avLst/>
          </a:prstGeom>
        </p:spPr>
      </p:pic>
      <p:sp>
        <p:nvSpPr>
          <p:cNvPr id="21" name="Python label 73">
            <a:extLst xmlns:a="http://schemas.openxmlformats.org/drawingml/2006/main">
              <a:ext uri="{FF2B5EF4-FFF2-40B4-BE49-F238E27FC236}">
                <a16:creationId xmlns:a16="http://schemas.microsoft.com/office/drawing/2014/main" id="{1BD41F97-D6D8-4E91-BBDD-B942F7B47392}"/>
              </a:ext>
            </a:extLst>
          </p:cNvPr>
          <p:cNvSpPr>
            <a:spLocks xmlns:a="http://schemas.openxmlformats.org/drawingml/2006/main" noGrp="1"/>
          </p:cNvSpPr>
          <p:nvPr/>
        </p:nvSpPr>
        <p:spPr>
          <a:xfrm xmlns:a="http://schemas.openxmlformats.org/drawingml/2006/main" rot="0">
            <a:off x="581025" y="7896225"/>
            <a:ext cx="12192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ctr">
              <a:defRPr sz="1575" b="1">
                <a:solidFill>
                  <a:srgbClr val="0034C5"/>
                </a:solidFill>
                <a:latin typeface="Arial"/>
                <a:ea typeface="Arial"/>
                <a:cs typeface="Arial"/>
              </a:defRPr>
            </a:defPPr>
          </a:lstStyle>
          <a:p xmlns:a="http://schemas.openxmlformats.org/drawingml/2006/main">
            <a:pPr algn="ctr">
              <a:defRPr sz="1575" b="1">
                <a:solidFill>
                  <a:srgbClr val="0034C5"/>
                </a:solidFill>
                <a:latin typeface="Arial"/>
                <a:ea typeface="Arial"/>
                <a:cs typeface="Arial"/>
              </a:defRPr>
            </a:pPr>
            <a:r>
              <a:rPr sz="1575" b="1">
                <a:solidFill>
                  <a:srgbClr val="0034C5"/>
                </a:solidFill>
                <a:latin typeface="Arial"/>
                <a:ea typeface="Arial"/>
                <a:cs typeface="Arial"/>
              </a:rPr>
              <a:t>Python</a:t>
            </a:r>
          </a:p>
        </p:txBody>
      </p:sp>
      <p:pic>
        <p:nvPicPr>
          <p:cNvPr id="22" name="">
            <a:extLst xmlns:a="http://schemas.openxmlformats.org/drawingml/2006/main">
              <a:ext uri="{FF2B5EF4-FFF2-40B4-BE49-F238E27FC236}">
                <a16:creationId xmlns:a16="http://schemas.microsoft.com/office/drawing/2014/main" id="{8EC41FA5-3126-4A19-93ED-0E559D3CF47C}"/>
              </a:ext>
            </a:extLst>
          </p:cNvPr>
          <p:cNvPicPr>
            <a:picLocks xmlns:a="http://schemas.openxmlformats.org/drawingml/2006/main" noChangeAspect="1"/>
          </p:cNvPicPr>
          <p:nvPr/>
        </p:nvPicPr>
        <p:blipFill>
          <a:blip xmlns:r="http://schemas.openxmlformats.org/officeDocument/2006/relationships" xmlns:a="http://schemas.openxmlformats.org/drawingml/2006/main" r:embed="R8f3bd37571aa4b89"/>
          <a:stretch xmlns:a="http://schemas.openxmlformats.org/drawingml/2006/main"/>
        </p:blipFill>
        <p:spPr>
          <a:xfrm xmlns:a="http://schemas.openxmlformats.org/drawingml/2006/main">
            <a:off x="2257425" y="7391400"/>
            <a:ext cx="457200" cy="457200"/>
          </a:xfrm>
          <a:prstGeom xmlns:a="http://schemas.openxmlformats.org/drawingml/2006/main" prst="rect">
            <a:avLst/>
          </a:prstGeom>
        </p:spPr>
      </p:pic>
      <p:sp>
        <p:nvSpPr>
          <p:cNvPr id="23" name="pandas label 211">
            <a:extLst xmlns:a="http://schemas.openxmlformats.org/drawingml/2006/main">
              <a:ext uri="{FF2B5EF4-FFF2-40B4-BE49-F238E27FC236}">
                <a16:creationId xmlns:a16="http://schemas.microsoft.com/office/drawing/2014/main" id="{16FDDF33-AC85-468C-9398-28B3524ADC60}"/>
              </a:ext>
            </a:extLst>
          </p:cNvPr>
          <p:cNvSpPr>
            <a:spLocks xmlns:a="http://schemas.openxmlformats.org/drawingml/2006/main" noGrp="1"/>
          </p:cNvSpPr>
          <p:nvPr/>
        </p:nvSpPr>
        <p:spPr>
          <a:xfrm xmlns:a="http://schemas.openxmlformats.org/drawingml/2006/main" rot="0">
            <a:off x="1895475" y="7896225"/>
            <a:ext cx="12192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ctr">
              <a:defRPr sz="1575" b="1">
                <a:solidFill>
                  <a:srgbClr val="0034C5"/>
                </a:solidFill>
                <a:latin typeface="Arial"/>
                <a:ea typeface="Arial"/>
                <a:cs typeface="Arial"/>
              </a:defRPr>
            </a:defPPr>
          </a:lstStyle>
          <a:p xmlns:a="http://schemas.openxmlformats.org/drawingml/2006/main">
            <a:pPr algn="ctr">
              <a:defRPr sz="1575" b="1">
                <a:solidFill>
                  <a:srgbClr val="0034C5"/>
                </a:solidFill>
                <a:latin typeface="Arial"/>
                <a:ea typeface="Arial"/>
                <a:cs typeface="Arial"/>
              </a:defRPr>
            </a:pPr>
            <a:r>
              <a:rPr sz="1575" b="1">
                <a:solidFill>
                  <a:srgbClr val="0034C5"/>
                </a:solidFill>
                <a:latin typeface="Arial"/>
                <a:ea typeface="Arial"/>
                <a:cs typeface="Arial"/>
              </a:rPr>
              <a:t>pandas</a:t>
            </a:r>
          </a:p>
        </p:txBody>
      </p:sp>
      <p:pic>
        <p:nvPicPr>
          <p:cNvPr id="24" name="">
            <a:extLst xmlns:a="http://schemas.openxmlformats.org/drawingml/2006/main">
              <a:ext uri="{FF2B5EF4-FFF2-40B4-BE49-F238E27FC236}">
                <a16:creationId xmlns:a16="http://schemas.microsoft.com/office/drawing/2014/main" id="{B44D4B2F-E36E-454B-931A-432032E061E5}"/>
              </a:ext>
            </a:extLst>
          </p:cNvPr>
          <p:cNvPicPr>
            <a:picLocks xmlns:a="http://schemas.openxmlformats.org/drawingml/2006/main" noChangeAspect="1"/>
          </p:cNvPicPr>
          <p:nvPr/>
        </p:nvPicPr>
        <p:blipFill>
          <a:blip xmlns:r="http://schemas.openxmlformats.org/officeDocument/2006/relationships" xmlns:a="http://schemas.openxmlformats.org/drawingml/2006/main" r:embed="R93fd2575790f4907"/>
          <a:stretch xmlns:a="http://schemas.openxmlformats.org/drawingml/2006/main"/>
        </p:blipFill>
        <p:spPr>
          <a:xfrm xmlns:a="http://schemas.openxmlformats.org/drawingml/2006/main">
            <a:off x="3600824" y="7391400"/>
            <a:ext cx="399301" cy="457200"/>
          </a:xfrm>
          <a:prstGeom xmlns:a="http://schemas.openxmlformats.org/drawingml/2006/main" prst="rect">
            <a:avLst/>
          </a:prstGeom>
        </p:spPr>
      </p:pic>
      <p:sp>
        <p:nvSpPr>
          <p:cNvPr id="25" name="SQL label 349">
            <a:extLst xmlns:a="http://schemas.openxmlformats.org/drawingml/2006/main">
              <a:ext uri="{FF2B5EF4-FFF2-40B4-BE49-F238E27FC236}">
                <a16:creationId xmlns:a16="http://schemas.microsoft.com/office/drawing/2014/main" id="{6F27E59C-AA71-4D50-BC9A-F8EA1E3E50FD}"/>
              </a:ext>
            </a:extLst>
          </p:cNvPr>
          <p:cNvSpPr>
            <a:spLocks xmlns:a="http://schemas.openxmlformats.org/drawingml/2006/main" noGrp="1"/>
          </p:cNvSpPr>
          <p:nvPr/>
        </p:nvSpPr>
        <p:spPr>
          <a:xfrm xmlns:a="http://schemas.openxmlformats.org/drawingml/2006/main" rot="0">
            <a:off x="3209925" y="7896225"/>
            <a:ext cx="12192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ctr">
              <a:defRPr sz="1575" b="1">
                <a:solidFill>
                  <a:srgbClr val="0034C5"/>
                </a:solidFill>
                <a:latin typeface="Arial"/>
                <a:ea typeface="Arial"/>
                <a:cs typeface="Arial"/>
              </a:defRPr>
            </a:defPPr>
          </a:lstStyle>
          <a:p xmlns:a="http://schemas.openxmlformats.org/drawingml/2006/main">
            <a:pPr algn="ctr">
              <a:defRPr sz="1575" b="1">
                <a:solidFill>
                  <a:srgbClr val="0034C5"/>
                </a:solidFill>
                <a:latin typeface="Arial"/>
                <a:ea typeface="Arial"/>
                <a:cs typeface="Arial"/>
              </a:defRPr>
            </a:pPr>
            <a:r>
              <a:rPr sz="1575" b="1">
                <a:solidFill>
                  <a:srgbClr val="0034C5"/>
                </a:solidFill>
                <a:latin typeface="Arial"/>
                <a:ea typeface="Arial"/>
                <a:cs typeface="Arial"/>
              </a:rPr>
              <a:t>SQL</a:t>
            </a:r>
          </a:p>
        </p:txBody>
      </p:sp>
      <p:pic>
        <p:nvPicPr>
          <p:cNvPr id="26" name="">
            <a:extLst xmlns:a="http://schemas.openxmlformats.org/drawingml/2006/main">
              <a:ext uri="{FF2B5EF4-FFF2-40B4-BE49-F238E27FC236}">
                <a16:creationId xmlns:a16="http://schemas.microsoft.com/office/drawing/2014/main" id="{366455B5-C34A-42F7-ACC1-A11AFADC64CA}"/>
              </a:ext>
            </a:extLst>
          </p:cNvPr>
          <p:cNvPicPr>
            <a:picLocks xmlns:a="http://schemas.openxmlformats.org/drawingml/2006/main" noChangeAspect="1"/>
          </p:cNvPicPr>
          <p:nvPr/>
        </p:nvPicPr>
        <p:blipFill>
          <a:blip xmlns:r="http://schemas.openxmlformats.org/officeDocument/2006/relationships" xmlns:a="http://schemas.openxmlformats.org/drawingml/2006/main" r:embed="R40a9c050ab17406f"/>
          <a:stretch xmlns:a="http://schemas.openxmlformats.org/drawingml/2006/main"/>
        </p:blipFill>
        <p:spPr>
          <a:xfrm xmlns:a="http://schemas.openxmlformats.org/drawingml/2006/main">
            <a:off x="5648325" y="7391400"/>
            <a:ext cx="457200" cy="457200"/>
          </a:xfrm>
          <a:prstGeom xmlns:a="http://schemas.openxmlformats.org/drawingml/2006/main" prst="rect">
            <a:avLst/>
          </a:prstGeom>
        </p:spPr>
      </p:pic>
      <p:sp>
        <p:nvSpPr>
          <p:cNvPr id="27" name="Python label 567">
            <a:extLst xmlns:a="http://schemas.openxmlformats.org/drawingml/2006/main">
              <a:ext uri="{FF2B5EF4-FFF2-40B4-BE49-F238E27FC236}">
                <a16:creationId xmlns:a16="http://schemas.microsoft.com/office/drawing/2014/main" id="{5750632E-D09F-46CA-88E9-9D8EEF143DEE}"/>
              </a:ext>
            </a:extLst>
          </p:cNvPr>
          <p:cNvSpPr>
            <a:spLocks xmlns:a="http://schemas.openxmlformats.org/drawingml/2006/main" noGrp="1"/>
          </p:cNvSpPr>
          <p:nvPr/>
        </p:nvSpPr>
        <p:spPr>
          <a:xfrm xmlns:a="http://schemas.openxmlformats.org/drawingml/2006/main" rot="0">
            <a:off x="5286375" y="7896225"/>
            <a:ext cx="12192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ctr">
              <a:defRPr sz="1575" b="1">
                <a:solidFill>
                  <a:srgbClr val="0034C5"/>
                </a:solidFill>
                <a:latin typeface="Arial"/>
                <a:ea typeface="Arial"/>
                <a:cs typeface="Arial"/>
              </a:defRPr>
            </a:defPPr>
          </a:lstStyle>
          <a:p xmlns:a="http://schemas.openxmlformats.org/drawingml/2006/main">
            <a:pPr algn="ctr">
              <a:defRPr sz="1575" b="1">
                <a:solidFill>
                  <a:srgbClr val="0034C5"/>
                </a:solidFill>
                <a:latin typeface="Arial"/>
                <a:ea typeface="Arial"/>
                <a:cs typeface="Arial"/>
              </a:defRPr>
            </a:pPr>
            <a:r>
              <a:rPr sz="1575" b="1">
                <a:solidFill>
                  <a:srgbClr val="0034C5"/>
                </a:solidFill>
                <a:latin typeface="Arial"/>
                <a:ea typeface="Arial"/>
                <a:cs typeface="Arial"/>
              </a:rPr>
              <a:t>Python</a:t>
            </a:r>
          </a:p>
        </p:txBody>
      </p:sp>
      <p:pic>
        <p:nvPicPr>
          <p:cNvPr id="28" name="">
            <a:extLst xmlns:a="http://schemas.openxmlformats.org/drawingml/2006/main">
              <a:ext uri="{FF2B5EF4-FFF2-40B4-BE49-F238E27FC236}">
                <a16:creationId xmlns:a16="http://schemas.microsoft.com/office/drawing/2014/main" id="{224A72F8-C7EB-471A-936D-C40CCEBF7487}"/>
              </a:ext>
            </a:extLst>
          </p:cNvPr>
          <p:cNvPicPr>
            <a:picLocks xmlns:a="http://schemas.openxmlformats.org/drawingml/2006/main" noChangeAspect="1"/>
          </p:cNvPicPr>
          <p:nvPr/>
        </p:nvPicPr>
        <p:blipFill>
          <a:blip xmlns:r="http://schemas.openxmlformats.org/officeDocument/2006/relationships" xmlns:a="http://schemas.openxmlformats.org/drawingml/2006/main" r:embed="R5ad7c3db9ec14c17"/>
          <a:stretch xmlns:a="http://schemas.openxmlformats.org/drawingml/2006/main"/>
        </p:blipFill>
        <p:spPr>
          <a:xfrm xmlns:a="http://schemas.openxmlformats.org/drawingml/2006/main">
            <a:off x="6962775" y="7391400"/>
            <a:ext cx="457200" cy="457200"/>
          </a:xfrm>
          <a:prstGeom xmlns:a="http://schemas.openxmlformats.org/drawingml/2006/main" prst="rect">
            <a:avLst/>
          </a:prstGeom>
        </p:spPr>
      </p:pic>
      <p:sp>
        <p:nvSpPr>
          <p:cNvPr id="29" name="pandas label 705">
            <a:extLst xmlns:a="http://schemas.openxmlformats.org/drawingml/2006/main">
              <a:ext uri="{FF2B5EF4-FFF2-40B4-BE49-F238E27FC236}">
                <a16:creationId xmlns:a16="http://schemas.microsoft.com/office/drawing/2014/main" id="{CC6559FC-DFF0-4EE5-8C0D-FE45C0032A89}"/>
              </a:ext>
            </a:extLst>
          </p:cNvPr>
          <p:cNvSpPr>
            <a:spLocks xmlns:a="http://schemas.openxmlformats.org/drawingml/2006/main" noGrp="1"/>
          </p:cNvSpPr>
          <p:nvPr/>
        </p:nvSpPr>
        <p:spPr>
          <a:xfrm xmlns:a="http://schemas.openxmlformats.org/drawingml/2006/main" rot="0">
            <a:off x="6600825" y="7896225"/>
            <a:ext cx="12192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ctr">
              <a:defRPr sz="1575" b="1">
                <a:solidFill>
                  <a:srgbClr val="0034C5"/>
                </a:solidFill>
                <a:latin typeface="Arial"/>
                <a:ea typeface="Arial"/>
                <a:cs typeface="Arial"/>
              </a:defRPr>
            </a:defPPr>
          </a:lstStyle>
          <a:p xmlns:a="http://schemas.openxmlformats.org/drawingml/2006/main">
            <a:pPr algn="ctr">
              <a:defRPr sz="1575" b="1">
                <a:solidFill>
                  <a:srgbClr val="0034C5"/>
                </a:solidFill>
                <a:latin typeface="Arial"/>
                <a:ea typeface="Arial"/>
                <a:cs typeface="Arial"/>
              </a:defRPr>
            </a:pPr>
            <a:r>
              <a:rPr sz="1575" b="1">
                <a:solidFill>
                  <a:srgbClr val="0034C5"/>
                </a:solidFill>
                <a:latin typeface="Arial"/>
                <a:ea typeface="Arial"/>
                <a:cs typeface="Arial"/>
              </a:rPr>
              <a:t>pandas</a:t>
            </a:r>
          </a:p>
        </p:txBody>
      </p:sp>
      <p:pic>
        <p:nvPicPr>
          <p:cNvPr id="30" name="">
            <a:extLst xmlns:a="http://schemas.openxmlformats.org/drawingml/2006/main">
              <a:ext uri="{FF2B5EF4-FFF2-40B4-BE49-F238E27FC236}">
                <a16:creationId xmlns:a16="http://schemas.microsoft.com/office/drawing/2014/main" id="{3DE8BF61-B25C-4455-B68E-2100B984EEF3}"/>
              </a:ext>
            </a:extLst>
          </p:cNvPr>
          <p:cNvPicPr>
            <a:picLocks xmlns:a="http://schemas.openxmlformats.org/drawingml/2006/main" noChangeAspect="1"/>
          </p:cNvPicPr>
          <p:nvPr/>
        </p:nvPicPr>
        <p:blipFill>
          <a:blip xmlns:r="http://schemas.openxmlformats.org/officeDocument/2006/relationships" xmlns:a="http://schemas.openxmlformats.org/drawingml/2006/main" r:embed="Rf523ebc9ae734f86"/>
          <a:stretch xmlns:a="http://schemas.openxmlformats.org/drawingml/2006/main"/>
        </p:blipFill>
        <p:spPr>
          <a:xfrm xmlns:a="http://schemas.openxmlformats.org/drawingml/2006/main">
            <a:off x="8277225" y="7391400"/>
            <a:ext cx="457200" cy="457200"/>
          </a:xfrm>
          <a:prstGeom xmlns:a="http://schemas.openxmlformats.org/drawingml/2006/main" prst="rect">
            <a:avLst/>
          </a:prstGeom>
        </p:spPr>
      </p:pic>
      <p:sp>
        <p:nvSpPr>
          <p:cNvPr id="31" name="scikit-learn label 843">
            <a:extLst xmlns:a="http://schemas.openxmlformats.org/drawingml/2006/main">
              <a:ext uri="{FF2B5EF4-FFF2-40B4-BE49-F238E27FC236}">
                <a16:creationId xmlns:a16="http://schemas.microsoft.com/office/drawing/2014/main" id="{24CA2045-B79E-4546-A98F-C741A285D55A}"/>
              </a:ext>
            </a:extLst>
          </p:cNvPr>
          <p:cNvSpPr>
            <a:spLocks xmlns:a="http://schemas.openxmlformats.org/drawingml/2006/main" noGrp="1"/>
          </p:cNvSpPr>
          <p:nvPr/>
        </p:nvSpPr>
        <p:spPr>
          <a:xfrm xmlns:a="http://schemas.openxmlformats.org/drawingml/2006/main" rot="0">
            <a:off x="7915275" y="7896225"/>
            <a:ext cx="12192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ctr">
              <a:defRPr sz="1575" b="1">
                <a:solidFill>
                  <a:srgbClr val="0034C5"/>
                </a:solidFill>
                <a:latin typeface="Arial"/>
                <a:ea typeface="Arial"/>
                <a:cs typeface="Arial"/>
              </a:defRPr>
            </a:defPPr>
          </a:lstStyle>
          <a:p xmlns:a="http://schemas.openxmlformats.org/drawingml/2006/main">
            <a:pPr algn="ctr">
              <a:defRPr sz="1575" b="1">
                <a:solidFill>
                  <a:srgbClr val="0034C5"/>
                </a:solidFill>
                <a:latin typeface="Arial"/>
                <a:ea typeface="Arial"/>
                <a:cs typeface="Arial"/>
              </a:defRPr>
            </a:pPr>
            <a:r>
              <a:rPr sz="1575" b="1">
                <a:solidFill>
                  <a:srgbClr val="0034C5"/>
                </a:solidFill>
                <a:latin typeface="Arial"/>
                <a:ea typeface="Arial"/>
                <a:cs typeface="Arial"/>
              </a:rPr>
              <a:t>scikit-learn</a:t>
            </a:r>
          </a:p>
        </p:txBody>
      </p:sp>
      <p:sp>
        <p:nvSpPr>
          <p:cNvPr id="32" name="DA rule">
            <a:extLst xmlns:a="http://schemas.openxmlformats.org/drawingml/2006/main">
              <a:ext uri="{FF2B5EF4-FFF2-40B4-BE49-F238E27FC236}">
                <a16:creationId xmlns:a16="http://schemas.microsoft.com/office/drawing/2014/main" id="{4C88CACD-6F3E-4D90-8C93-92A713430439}"/>
              </a:ext>
            </a:extLst>
          </p:cNvPr>
          <p:cNvSpPr>
            <a:spLocks xmlns:a="http://schemas.openxmlformats.org/drawingml/2006/main" noGrp="1"/>
          </p:cNvSpPr>
          <p:nvPr/>
        </p:nvSpPr>
        <p:spPr>
          <a:xfrm xmlns:a="http://schemas.openxmlformats.org/drawingml/2006/main" rot="0">
            <a:off x="485775" y="8258175"/>
            <a:ext cx="4143375" cy="9525"/>
          </a:xfrm>
          <a:prstGeom xmlns:a="http://schemas.openxmlformats.org/drawingml/2006/main" prst="rect">
            <a:avLst/>
          </a:prstGeom>
          <a:solidFill xmlns:a="http://schemas.openxmlformats.org/drawingml/2006/main">
            <a:srgbClr val="B1DAED"/>
          </a:solidFill>
          <a:ln xmlns:a="http://schemas.openxmlformats.org/drawingml/2006/main" w="0">
            <a:noFill/>
          </a:ln>
        </p:spPr>
      </p:sp>
      <p:sp>
        <p:nvSpPr>
          <p:cNvPr id="33" name="ML rule">
            <a:extLst xmlns:a="http://schemas.openxmlformats.org/drawingml/2006/main">
              <a:ext uri="{FF2B5EF4-FFF2-40B4-BE49-F238E27FC236}">
                <a16:creationId xmlns:a16="http://schemas.microsoft.com/office/drawing/2014/main" id="{2052E7D4-A939-44A1-A753-395307F14440}"/>
              </a:ext>
            </a:extLst>
          </p:cNvPr>
          <p:cNvSpPr>
            <a:spLocks xmlns:a="http://schemas.openxmlformats.org/drawingml/2006/main" noGrp="1"/>
          </p:cNvSpPr>
          <p:nvPr/>
        </p:nvSpPr>
        <p:spPr>
          <a:xfrm xmlns:a="http://schemas.openxmlformats.org/drawingml/2006/main" rot="0">
            <a:off x="5143500" y="8258175"/>
            <a:ext cx="4143375" cy="9525"/>
          </a:xfrm>
          <a:prstGeom xmlns:a="http://schemas.openxmlformats.org/drawingml/2006/main" prst="rect">
            <a:avLst/>
          </a:prstGeom>
          <a:solidFill xmlns:a="http://schemas.openxmlformats.org/drawingml/2006/main">
            <a:srgbClr val="D7BCEB"/>
          </a:solidFill>
          <a:ln xmlns:a="http://schemas.openxmlformats.org/drawingml/2006/main" w="0">
            <a:noFill/>
          </a:ln>
        </p:spPr>
      </p:sp>
      <p:pic>
        <p:nvPicPr>
          <p:cNvPr id="34" name="">
            <a:extLst xmlns:a="http://schemas.openxmlformats.org/drawingml/2006/main">
              <a:ext uri="{FF2B5EF4-FFF2-40B4-BE49-F238E27FC236}">
                <a16:creationId xmlns:a16="http://schemas.microsoft.com/office/drawing/2014/main" id="{8D0B4492-CE31-47AF-A383-F2A8A0AA85D2}"/>
              </a:ext>
            </a:extLst>
          </p:cNvPr>
          <p:cNvPicPr>
            <a:picLocks xmlns:a="http://schemas.openxmlformats.org/drawingml/2006/main" noChangeAspect="1"/>
          </p:cNvPicPr>
          <p:nvPr/>
        </p:nvPicPr>
        <p:blipFill>
          <a:blip xmlns:r="http://schemas.openxmlformats.org/officeDocument/2006/relationships" xmlns:a="http://schemas.openxmlformats.org/drawingml/2006/main" r:embed="R1cca5fd1dea14f86"/>
          <a:stretch xmlns:a="http://schemas.openxmlformats.org/drawingml/2006/main"/>
        </p:blipFill>
        <p:spPr>
          <a:xfrm xmlns:a="http://schemas.openxmlformats.org/drawingml/2006/main">
            <a:off x="476250" y="8439150"/>
            <a:ext cx="161925" cy="161925"/>
          </a:xfrm>
          <a:prstGeom xmlns:a="http://schemas.openxmlformats.org/drawingml/2006/main" prst="rect">
            <a:avLst/>
          </a:prstGeom>
        </p:spPr>
      </p:pic>
      <p:sp>
        <p:nvSpPr>
          <p:cNvPr id="35" name="DA learning 1">
            <a:extLst xmlns:a="http://schemas.openxmlformats.org/drawingml/2006/main">
              <a:ext uri="{FF2B5EF4-FFF2-40B4-BE49-F238E27FC236}">
                <a16:creationId xmlns:a16="http://schemas.microsoft.com/office/drawing/2014/main" id="{5EF59F5A-25F7-4844-89B9-C5D430C311E5}"/>
              </a:ext>
            </a:extLst>
          </p:cNvPr>
          <p:cNvSpPr>
            <a:spLocks xmlns:a="http://schemas.openxmlformats.org/drawingml/2006/main" noGrp="1"/>
          </p:cNvSpPr>
          <p:nvPr/>
        </p:nvSpPr>
        <p:spPr>
          <a:xfrm xmlns:a="http://schemas.openxmlformats.org/drawingml/2006/main" rot="0">
            <a:off x="742950" y="8372475"/>
            <a:ext cx="3914775" cy="2762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defRPr sz="1650" b="0">
                <a:solidFill>
                  <a:srgbClr val="002342"/>
                </a:solidFill>
                <a:latin typeface="Arial"/>
                <a:ea typeface="Arial"/>
                <a:cs typeface="Arial"/>
              </a:defRPr>
            </a:defPPr>
          </a:lstStyle>
          <a:p xmlns:a="http://schemas.openxmlformats.org/drawingml/2006/main">
            <a:pPr algn="l">
              <a:defRPr sz="1650" b="0">
                <a:solidFill>
                  <a:srgbClr val="002342"/>
                </a:solidFill>
                <a:latin typeface="Arial"/>
                <a:ea typeface="Arial"/>
                <a:cs typeface="Arial"/>
              </a:defRPr>
            </a:pPr>
            <a:r>
              <a:rPr sz="1650" b="0">
                <a:solidFill>
                  <a:srgbClr val="002342"/>
                </a:solidFill>
                <a:latin typeface="Arial"/>
                <a:ea typeface="Arial"/>
                <a:cs typeface="Arial"/>
              </a:rPr>
              <a:t>Python (programming basics)</a:t>
            </a:r>
          </a:p>
        </p:txBody>
      </p:sp>
      <p:pic>
        <p:nvPicPr>
          <p:cNvPr id="36" name="">
            <a:extLst xmlns:a="http://schemas.openxmlformats.org/drawingml/2006/main">
              <a:ext uri="{FF2B5EF4-FFF2-40B4-BE49-F238E27FC236}">
                <a16:creationId xmlns:a16="http://schemas.microsoft.com/office/drawing/2014/main" id="{3E46ED3C-765D-4682-B052-A6BAD88B8E33}"/>
              </a:ext>
            </a:extLst>
          </p:cNvPr>
          <p:cNvPicPr>
            <a:picLocks xmlns:a="http://schemas.openxmlformats.org/drawingml/2006/main" noChangeAspect="1"/>
          </p:cNvPicPr>
          <p:nvPr/>
        </p:nvPicPr>
        <p:blipFill>
          <a:blip xmlns:r="http://schemas.openxmlformats.org/officeDocument/2006/relationships" xmlns:a="http://schemas.openxmlformats.org/drawingml/2006/main" r:embed="R2d663a9d0621487a"/>
          <a:stretch xmlns:a="http://schemas.openxmlformats.org/drawingml/2006/main"/>
        </p:blipFill>
        <p:spPr>
          <a:xfrm xmlns:a="http://schemas.openxmlformats.org/drawingml/2006/main">
            <a:off x="5181600" y="8439150"/>
            <a:ext cx="161925" cy="161925"/>
          </a:xfrm>
          <a:prstGeom xmlns:a="http://schemas.openxmlformats.org/drawingml/2006/main" prst="rect">
            <a:avLst/>
          </a:prstGeom>
        </p:spPr>
      </p:pic>
      <p:sp>
        <p:nvSpPr>
          <p:cNvPr id="37" name="ML learning 1">
            <a:extLst xmlns:a="http://schemas.openxmlformats.org/drawingml/2006/main">
              <a:ext uri="{FF2B5EF4-FFF2-40B4-BE49-F238E27FC236}">
                <a16:creationId xmlns:a16="http://schemas.microsoft.com/office/drawing/2014/main" id="{95871CE3-D270-4CDE-A7D5-50FC0FB463F9}"/>
              </a:ext>
            </a:extLst>
          </p:cNvPr>
          <p:cNvSpPr>
            <a:spLocks xmlns:a="http://schemas.openxmlformats.org/drawingml/2006/main" noGrp="1"/>
          </p:cNvSpPr>
          <p:nvPr/>
        </p:nvSpPr>
        <p:spPr>
          <a:xfrm xmlns:a="http://schemas.openxmlformats.org/drawingml/2006/main" rot="0">
            <a:off x="5448300" y="8372475"/>
            <a:ext cx="390525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defRPr sz="1650" b="0">
                <a:solidFill>
                  <a:srgbClr val="002342"/>
                </a:solidFill>
                <a:latin typeface="Arial"/>
                <a:ea typeface="Arial"/>
                <a:cs typeface="Arial"/>
              </a:defRPr>
            </a:defPPr>
          </a:lstStyle>
          <a:p xmlns:a="http://schemas.openxmlformats.org/drawingml/2006/main">
            <a:pPr algn="l">
              <a:defRPr sz="1650" b="0">
                <a:solidFill>
                  <a:srgbClr val="002342"/>
                </a:solidFill>
                <a:latin typeface="Arial"/>
                <a:ea typeface="Arial"/>
                <a:cs typeface="Arial"/>
              </a:defRPr>
            </a:pPr>
            <a:r>
              <a:rPr sz="1650" b="0">
                <a:solidFill>
                  <a:srgbClr val="002342"/>
                </a:solidFill>
                <a:latin typeface="Arial"/>
                <a:ea typeface="Arial"/>
                <a:cs typeface="Arial"/>
              </a:rPr>
              <a:t>Python</a:t>
            </a:r>
          </a:p>
        </p:txBody>
      </p:sp>
      <p:pic>
        <p:nvPicPr>
          <p:cNvPr id="38" name="">
            <a:extLst xmlns:a="http://schemas.openxmlformats.org/drawingml/2006/main">
              <a:ext uri="{FF2B5EF4-FFF2-40B4-BE49-F238E27FC236}">
                <a16:creationId xmlns:a16="http://schemas.microsoft.com/office/drawing/2014/main" id="{7704AFC4-A4EF-481E-B214-92812A93D34E}"/>
              </a:ext>
            </a:extLst>
          </p:cNvPr>
          <p:cNvPicPr>
            <a:picLocks xmlns:a="http://schemas.openxmlformats.org/drawingml/2006/main" noChangeAspect="1"/>
          </p:cNvPicPr>
          <p:nvPr/>
        </p:nvPicPr>
        <p:blipFill>
          <a:blip xmlns:r="http://schemas.openxmlformats.org/officeDocument/2006/relationships" xmlns:a="http://schemas.openxmlformats.org/drawingml/2006/main" r:embed="Rc5ffa789d0814038"/>
          <a:stretch xmlns:a="http://schemas.openxmlformats.org/drawingml/2006/main"/>
        </p:blipFill>
        <p:spPr>
          <a:xfrm xmlns:a="http://schemas.openxmlformats.org/drawingml/2006/main">
            <a:off x="476250" y="8715375"/>
            <a:ext cx="161925" cy="161925"/>
          </a:xfrm>
          <a:prstGeom xmlns:a="http://schemas.openxmlformats.org/drawingml/2006/main" prst="rect">
            <a:avLst/>
          </a:prstGeom>
        </p:spPr>
      </p:pic>
      <p:sp>
        <p:nvSpPr>
          <p:cNvPr id="39" name="DA learning 2">
            <a:extLst xmlns:a="http://schemas.openxmlformats.org/drawingml/2006/main">
              <a:ext uri="{FF2B5EF4-FFF2-40B4-BE49-F238E27FC236}">
                <a16:creationId xmlns:a16="http://schemas.microsoft.com/office/drawing/2014/main" id="{999FB886-95F7-41DC-B343-3E7BD8E17329}"/>
              </a:ext>
            </a:extLst>
          </p:cNvPr>
          <p:cNvSpPr>
            <a:spLocks xmlns:a="http://schemas.openxmlformats.org/drawingml/2006/main" noGrp="1"/>
          </p:cNvSpPr>
          <p:nvPr/>
        </p:nvSpPr>
        <p:spPr>
          <a:xfrm xmlns:a="http://schemas.openxmlformats.org/drawingml/2006/main" rot="0">
            <a:off x="742950" y="8648700"/>
            <a:ext cx="3914775" cy="2762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defRPr sz="1650" b="0">
                <a:solidFill>
                  <a:srgbClr val="002342"/>
                </a:solidFill>
                <a:latin typeface="Arial"/>
                <a:ea typeface="Arial"/>
                <a:cs typeface="Arial"/>
              </a:defRPr>
            </a:defPPr>
          </a:lstStyle>
          <a:p xmlns:a="http://schemas.openxmlformats.org/drawingml/2006/main">
            <a:pPr algn="l">
              <a:defRPr sz="1650" b="0">
                <a:solidFill>
                  <a:srgbClr val="002342"/>
                </a:solidFill>
                <a:latin typeface="Arial"/>
                <a:ea typeface="Arial"/>
                <a:cs typeface="Arial"/>
              </a:defRPr>
            </a:pPr>
            <a:r>
              <a:rPr sz="1650" b="0">
                <a:solidFill>
                  <a:srgbClr val="002342"/>
                </a:solidFill>
                <a:latin typeface="Arial"/>
                <a:ea typeface="Arial"/>
                <a:cs typeface="Arial"/>
              </a:rPr>
              <a:t>SQL (querying data)</a:t>
            </a:r>
          </a:p>
        </p:txBody>
      </p:sp>
      <p:pic>
        <p:nvPicPr>
          <p:cNvPr id="40" name="">
            <a:extLst xmlns:a="http://schemas.openxmlformats.org/drawingml/2006/main">
              <a:ext uri="{FF2B5EF4-FFF2-40B4-BE49-F238E27FC236}">
                <a16:creationId xmlns:a16="http://schemas.microsoft.com/office/drawing/2014/main" id="{994203C1-2FBA-4857-A7FE-BEEBE907525D}"/>
              </a:ext>
            </a:extLst>
          </p:cNvPr>
          <p:cNvPicPr>
            <a:picLocks xmlns:a="http://schemas.openxmlformats.org/drawingml/2006/main" noChangeAspect="1"/>
          </p:cNvPicPr>
          <p:nvPr/>
        </p:nvPicPr>
        <p:blipFill>
          <a:blip xmlns:r="http://schemas.openxmlformats.org/officeDocument/2006/relationships" xmlns:a="http://schemas.openxmlformats.org/drawingml/2006/main" r:embed="Rfb75418d7c7f4be9"/>
          <a:stretch xmlns:a="http://schemas.openxmlformats.org/drawingml/2006/main"/>
        </p:blipFill>
        <p:spPr>
          <a:xfrm xmlns:a="http://schemas.openxmlformats.org/drawingml/2006/main">
            <a:off x="5181600" y="8772525"/>
            <a:ext cx="161925" cy="161925"/>
          </a:xfrm>
          <a:prstGeom xmlns:a="http://schemas.openxmlformats.org/drawingml/2006/main" prst="rect">
            <a:avLst/>
          </a:prstGeom>
        </p:spPr>
      </p:pic>
      <p:sp>
        <p:nvSpPr>
          <p:cNvPr id="41" name="ML learning 2">
            <a:extLst xmlns:a="http://schemas.openxmlformats.org/drawingml/2006/main">
              <a:ext uri="{FF2B5EF4-FFF2-40B4-BE49-F238E27FC236}">
                <a16:creationId xmlns:a16="http://schemas.microsoft.com/office/drawing/2014/main" id="{C7860CC4-4F82-4BBF-B5F3-98EEE33C2D3B}"/>
              </a:ext>
            </a:extLst>
          </p:cNvPr>
          <p:cNvSpPr>
            <a:spLocks xmlns:a="http://schemas.openxmlformats.org/drawingml/2006/main" noGrp="1"/>
          </p:cNvSpPr>
          <p:nvPr/>
        </p:nvSpPr>
        <p:spPr>
          <a:xfrm xmlns:a="http://schemas.openxmlformats.org/drawingml/2006/main" rot="0">
            <a:off x="5448300" y="8705850"/>
            <a:ext cx="390525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defRPr sz="1650" b="0">
                <a:solidFill>
                  <a:srgbClr val="002342"/>
                </a:solidFill>
                <a:latin typeface="Arial"/>
                <a:ea typeface="Arial"/>
                <a:cs typeface="Arial"/>
              </a:defRPr>
            </a:defPPr>
          </a:lstStyle>
          <a:p xmlns:a="http://schemas.openxmlformats.org/drawingml/2006/main">
            <a:pPr algn="l">
              <a:defRPr sz="1650" b="0">
                <a:solidFill>
                  <a:srgbClr val="002342"/>
                </a:solidFill>
                <a:latin typeface="Arial"/>
                <a:ea typeface="Arial"/>
                <a:cs typeface="Arial"/>
              </a:defRPr>
            </a:pPr>
            <a:r>
              <a:rPr sz="1650" b="0">
                <a:solidFill>
                  <a:srgbClr val="002342"/>
                </a:solidFill>
                <a:latin typeface="Arial"/>
                <a:ea typeface="Arial"/>
                <a:cs typeface="Arial"/>
              </a:rPr>
              <a:t>Machine learning concepts</a:t>
            </a:r>
          </a:p>
        </p:txBody>
      </p:sp>
      <p:pic>
        <p:nvPicPr>
          <p:cNvPr id="42" name="">
            <a:extLst xmlns:a="http://schemas.openxmlformats.org/drawingml/2006/main">
              <a:ext uri="{FF2B5EF4-FFF2-40B4-BE49-F238E27FC236}">
                <a16:creationId xmlns:a16="http://schemas.microsoft.com/office/drawing/2014/main" id="{5AE89009-2119-4B49-850E-695A9F1EB60B}"/>
              </a:ext>
            </a:extLst>
          </p:cNvPr>
          <p:cNvPicPr>
            <a:picLocks xmlns:a="http://schemas.openxmlformats.org/drawingml/2006/main" noChangeAspect="1"/>
          </p:cNvPicPr>
          <p:nvPr/>
        </p:nvPicPr>
        <p:blipFill>
          <a:blip xmlns:r="http://schemas.openxmlformats.org/officeDocument/2006/relationships" xmlns:a="http://schemas.openxmlformats.org/drawingml/2006/main" r:embed="R71de8ccc154649c3"/>
          <a:stretch xmlns:a="http://schemas.openxmlformats.org/drawingml/2006/main"/>
        </p:blipFill>
        <p:spPr>
          <a:xfrm xmlns:a="http://schemas.openxmlformats.org/drawingml/2006/main">
            <a:off x="476250" y="8991600"/>
            <a:ext cx="161925" cy="161925"/>
          </a:xfrm>
          <a:prstGeom xmlns:a="http://schemas.openxmlformats.org/drawingml/2006/main" prst="rect">
            <a:avLst/>
          </a:prstGeom>
        </p:spPr>
      </p:pic>
      <p:sp>
        <p:nvSpPr>
          <p:cNvPr id="43" name="DA learning 3">
            <a:extLst xmlns:a="http://schemas.openxmlformats.org/drawingml/2006/main">
              <a:ext uri="{FF2B5EF4-FFF2-40B4-BE49-F238E27FC236}">
                <a16:creationId xmlns:a16="http://schemas.microsoft.com/office/drawing/2014/main" id="{B8578947-EC0D-4DB2-9660-6F65C8028EB8}"/>
              </a:ext>
            </a:extLst>
          </p:cNvPr>
          <p:cNvSpPr>
            <a:spLocks xmlns:a="http://schemas.openxmlformats.org/drawingml/2006/main" noGrp="1"/>
          </p:cNvSpPr>
          <p:nvPr/>
        </p:nvSpPr>
        <p:spPr>
          <a:xfrm xmlns:a="http://schemas.openxmlformats.org/drawingml/2006/main" rot="0">
            <a:off x="742950" y="8924925"/>
            <a:ext cx="3914775" cy="2762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defRPr sz="1650" b="0">
                <a:solidFill>
                  <a:srgbClr val="002342"/>
                </a:solidFill>
                <a:latin typeface="Arial"/>
                <a:ea typeface="Arial"/>
                <a:cs typeface="Arial"/>
              </a:defRPr>
            </a:defPPr>
          </a:lstStyle>
          <a:p xmlns:a="http://schemas.openxmlformats.org/drawingml/2006/main">
            <a:pPr algn="l">
              <a:defRPr sz="1650" b="0">
                <a:solidFill>
                  <a:srgbClr val="002342"/>
                </a:solidFill>
                <a:latin typeface="Arial"/>
                <a:ea typeface="Arial"/>
                <a:cs typeface="Arial"/>
              </a:defRPr>
            </a:pPr>
            <a:r>
              <a:rPr sz="1650" b="0">
                <a:solidFill>
                  <a:srgbClr val="002342"/>
                </a:solidFill>
                <a:latin typeface="Arial"/>
                <a:ea typeface="Arial"/>
                <a:cs typeface="Arial"/>
              </a:rPr>
              <a:t>Data cleaning &amp; preparation</a:t>
            </a:r>
          </a:p>
        </p:txBody>
      </p:sp>
      <p:pic>
        <p:nvPicPr>
          <p:cNvPr id="44" name="">
            <a:extLst xmlns:a="http://schemas.openxmlformats.org/drawingml/2006/main">
              <a:ext uri="{FF2B5EF4-FFF2-40B4-BE49-F238E27FC236}">
                <a16:creationId xmlns:a16="http://schemas.microsoft.com/office/drawing/2014/main" id="{5FA944D3-136A-4900-8EFD-F88C6E6B6A36}"/>
              </a:ext>
            </a:extLst>
          </p:cNvPr>
          <p:cNvPicPr>
            <a:picLocks xmlns:a="http://schemas.openxmlformats.org/drawingml/2006/main" noChangeAspect="1"/>
          </p:cNvPicPr>
          <p:nvPr/>
        </p:nvPicPr>
        <p:blipFill>
          <a:blip xmlns:r="http://schemas.openxmlformats.org/officeDocument/2006/relationships" xmlns:a="http://schemas.openxmlformats.org/drawingml/2006/main" r:embed="R4a5cf6e98d534cb8"/>
          <a:stretch xmlns:a="http://schemas.openxmlformats.org/drawingml/2006/main"/>
        </p:blipFill>
        <p:spPr>
          <a:xfrm xmlns:a="http://schemas.openxmlformats.org/drawingml/2006/main">
            <a:off x="5181600" y="9105900"/>
            <a:ext cx="161925" cy="161925"/>
          </a:xfrm>
          <a:prstGeom xmlns:a="http://schemas.openxmlformats.org/drawingml/2006/main" prst="rect">
            <a:avLst/>
          </a:prstGeom>
        </p:spPr>
      </p:pic>
      <p:sp>
        <p:nvSpPr>
          <p:cNvPr id="45" name="ML learning 3">
            <a:extLst xmlns:a="http://schemas.openxmlformats.org/drawingml/2006/main">
              <a:ext uri="{FF2B5EF4-FFF2-40B4-BE49-F238E27FC236}">
                <a16:creationId xmlns:a16="http://schemas.microsoft.com/office/drawing/2014/main" id="{4793C318-5419-4370-BCFE-185BDD4215FD}"/>
              </a:ext>
            </a:extLst>
          </p:cNvPr>
          <p:cNvSpPr>
            <a:spLocks xmlns:a="http://schemas.openxmlformats.org/drawingml/2006/main" noGrp="1"/>
          </p:cNvSpPr>
          <p:nvPr/>
        </p:nvSpPr>
        <p:spPr>
          <a:xfrm xmlns:a="http://schemas.openxmlformats.org/drawingml/2006/main" rot="0">
            <a:off x="5448300" y="9039225"/>
            <a:ext cx="390525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defRPr sz="1650" b="0">
                <a:solidFill>
                  <a:srgbClr val="002342"/>
                </a:solidFill>
                <a:latin typeface="Arial"/>
                <a:ea typeface="Arial"/>
                <a:cs typeface="Arial"/>
              </a:defRPr>
            </a:defPPr>
          </a:lstStyle>
          <a:p xmlns:a="http://schemas.openxmlformats.org/drawingml/2006/main">
            <a:pPr algn="l">
              <a:defRPr sz="1650" b="0">
                <a:solidFill>
                  <a:srgbClr val="002342"/>
                </a:solidFill>
                <a:latin typeface="Arial"/>
                <a:ea typeface="Arial"/>
                <a:cs typeface="Arial"/>
              </a:defRPr>
            </a:pPr>
            <a:r>
              <a:rPr sz="1650" b="0">
                <a:solidFill>
                  <a:srgbClr val="002342"/>
                </a:solidFill>
                <a:latin typeface="Arial"/>
                <a:ea typeface="Arial"/>
                <a:cs typeface="Arial"/>
              </a:rPr>
              <a:t>Model training</a:t>
            </a:r>
          </a:p>
        </p:txBody>
      </p:sp>
      <p:pic>
        <p:nvPicPr>
          <p:cNvPr id="46" name="">
            <a:extLst xmlns:a="http://schemas.openxmlformats.org/drawingml/2006/main">
              <a:ext uri="{FF2B5EF4-FFF2-40B4-BE49-F238E27FC236}">
                <a16:creationId xmlns:a16="http://schemas.microsoft.com/office/drawing/2014/main" id="{D7116938-BCB6-4E2A-9194-F45E4008F1C8}"/>
              </a:ext>
            </a:extLst>
          </p:cNvPr>
          <p:cNvPicPr>
            <a:picLocks xmlns:a="http://schemas.openxmlformats.org/drawingml/2006/main" noChangeAspect="1"/>
          </p:cNvPicPr>
          <p:nvPr/>
        </p:nvPicPr>
        <p:blipFill>
          <a:blip xmlns:r="http://schemas.openxmlformats.org/officeDocument/2006/relationships" xmlns:a="http://schemas.openxmlformats.org/drawingml/2006/main" r:embed="R2e03346514cf4435"/>
          <a:stretch xmlns:a="http://schemas.openxmlformats.org/drawingml/2006/main"/>
        </p:blipFill>
        <p:spPr>
          <a:xfrm xmlns:a="http://schemas.openxmlformats.org/drawingml/2006/main">
            <a:off x="476250" y="9267825"/>
            <a:ext cx="161925" cy="161925"/>
          </a:xfrm>
          <a:prstGeom xmlns:a="http://schemas.openxmlformats.org/drawingml/2006/main" prst="rect">
            <a:avLst/>
          </a:prstGeom>
        </p:spPr>
      </p:pic>
      <p:sp>
        <p:nvSpPr>
          <p:cNvPr id="47" name="DA learning 4">
            <a:extLst xmlns:a="http://schemas.openxmlformats.org/drawingml/2006/main">
              <a:ext uri="{FF2B5EF4-FFF2-40B4-BE49-F238E27FC236}">
                <a16:creationId xmlns:a16="http://schemas.microsoft.com/office/drawing/2014/main" id="{05442234-A51F-4DC8-8243-E292E6F8DB5C}"/>
              </a:ext>
            </a:extLst>
          </p:cNvPr>
          <p:cNvSpPr>
            <a:spLocks xmlns:a="http://schemas.openxmlformats.org/drawingml/2006/main" noGrp="1"/>
          </p:cNvSpPr>
          <p:nvPr/>
        </p:nvSpPr>
        <p:spPr>
          <a:xfrm xmlns:a="http://schemas.openxmlformats.org/drawingml/2006/main" rot="0">
            <a:off x="742950" y="9201150"/>
            <a:ext cx="3914775" cy="514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defRPr sz="1650" b="0">
                <a:solidFill>
                  <a:srgbClr val="002342"/>
                </a:solidFill>
                <a:latin typeface="Arial"/>
                <a:ea typeface="Arial"/>
                <a:cs typeface="Arial"/>
              </a:defRPr>
            </a:defPPr>
          </a:lstStyle>
          <a:p xmlns:a="http://schemas.openxmlformats.org/drawingml/2006/main">
            <a:pPr algn="l">
              <a:defRPr sz="1650" b="0">
                <a:solidFill>
                  <a:srgbClr val="002342"/>
                </a:solidFill>
                <a:latin typeface="Arial"/>
                <a:ea typeface="Arial"/>
                <a:cs typeface="Arial"/>
              </a:defRPr>
            </a:pPr>
            <a:r>
              <a:rPr sz="1650" b="0">
                <a:solidFill>
                  <a:srgbClr val="002342"/>
                </a:solidFill>
                <a:latin typeface="Arial"/>
                <a:ea typeface="Arial"/>
                <a:cs typeface="Arial"/>
              </a:rPr>
              <a:t>Data visualization</a:t>
            </a:r>
          </a:p>
          <a:p xmlns:a="http://schemas.openxmlformats.org/drawingml/2006/main">
            <a:pPr algn="l">
              <a:defRPr sz="1650" b="0">
                <a:solidFill>
                  <a:srgbClr val="002342"/>
                </a:solidFill>
                <a:latin typeface="Arial"/>
                <a:ea typeface="Arial"/>
                <a:cs typeface="Arial"/>
              </a:defRPr>
            </a:pPr>
            <a:r>
              <a:rPr sz="1650" b="0">
                <a:solidFill>
                  <a:srgbClr val="002342"/>
                </a:solidFill>
                <a:latin typeface="Arial"/>
                <a:ea typeface="Arial"/>
                <a:cs typeface="Arial"/>
              </a:rPr>
              <a:t>(dashboards &amp; charts)</a:t>
            </a:r>
          </a:p>
        </p:txBody>
      </p:sp>
      <p:pic>
        <p:nvPicPr>
          <p:cNvPr id="48" name="">
            <a:extLst xmlns:a="http://schemas.openxmlformats.org/drawingml/2006/main">
              <a:ext uri="{FF2B5EF4-FFF2-40B4-BE49-F238E27FC236}">
                <a16:creationId xmlns:a16="http://schemas.microsoft.com/office/drawing/2014/main" id="{DA51339F-808E-4BB8-B48F-515B27D35FD3}"/>
              </a:ext>
            </a:extLst>
          </p:cNvPr>
          <p:cNvPicPr>
            <a:picLocks xmlns:a="http://schemas.openxmlformats.org/drawingml/2006/main" noChangeAspect="1"/>
          </p:cNvPicPr>
          <p:nvPr/>
        </p:nvPicPr>
        <p:blipFill>
          <a:blip xmlns:r="http://schemas.openxmlformats.org/officeDocument/2006/relationships" xmlns:a="http://schemas.openxmlformats.org/drawingml/2006/main" r:embed="R3e322931c7bc4332"/>
          <a:stretch xmlns:a="http://schemas.openxmlformats.org/drawingml/2006/main"/>
        </p:blipFill>
        <p:spPr>
          <a:xfrm xmlns:a="http://schemas.openxmlformats.org/drawingml/2006/main">
            <a:off x="5181600" y="9439275"/>
            <a:ext cx="161925" cy="161925"/>
          </a:xfrm>
          <a:prstGeom xmlns:a="http://schemas.openxmlformats.org/drawingml/2006/main" prst="rect">
            <a:avLst/>
          </a:prstGeom>
        </p:spPr>
      </p:pic>
      <p:sp>
        <p:nvSpPr>
          <p:cNvPr id="49" name="ML learning 4">
            <a:extLst xmlns:a="http://schemas.openxmlformats.org/drawingml/2006/main">
              <a:ext uri="{FF2B5EF4-FFF2-40B4-BE49-F238E27FC236}">
                <a16:creationId xmlns:a16="http://schemas.microsoft.com/office/drawing/2014/main" id="{ACFAE416-5D75-44B3-AE66-67EF942CC867}"/>
              </a:ext>
            </a:extLst>
          </p:cNvPr>
          <p:cNvSpPr>
            <a:spLocks xmlns:a="http://schemas.openxmlformats.org/drawingml/2006/main" noGrp="1"/>
          </p:cNvSpPr>
          <p:nvPr/>
        </p:nvSpPr>
        <p:spPr>
          <a:xfrm xmlns:a="http://schemas.openxmlformats.org/drawingml/2006/main" rot="0">
            <a:off x="5448300" y="9372600"/>
            <a:ext cx="390525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defRPr sz="1650" b="0">
                <a:solidFill>
                  <a:srgbClr val="002342"/>
                </a:solidFill>
                <a:latin typeface="Arial"/>
                <a:ea typeface="Arial"/>
                <a:cs typeface="Arial"/>
              </a:defRPr>
            </a:defPPr>
          </a:lstStyle>
          <a:p xmlns:a="http://schemas.openxmlformats.org/drawingml/2006/main">
            <a:pPr algn="l">
              <a:defRPr sz="1650" b="0">
                <a:solidFill>
                  <a:srgbClr val="002342"/>
                </a:solidFill>
                <a:latin typeface="Arial"/>
                <a:ea typeface="Arial"/>
                <a:cs typeface="Arial"/>
              </a:defRPr>
            </a:pPr>
            <a:r>
              <a:rPr sz="1650" b="0">
                <a:solidFill>
                  <a:srgbClr val="002342"/>
                </a:solidFill>
                <a:latin typeface="Arial"/>
                <a:ea typeface="Arial"/>
                <a:cs typeface="Arial"/>
              </a:rPr>
              <a:t>Prediction &amp; evaluation</a:t>
            </a:r>
          </a:p>
        </p:txBody>
      </p:sp>
      <p:pic>
        <p:nvPicPr>
          <p:cNvPr id="50" name="">
            <a:extLst xmlns:a="http://schemas.openxmlformats.org/drawingml/2006/main">
              <a:ext uri="{FF2B5EF4-FFF2-40B4-BE49-F238E27FC236}">
                <a16:creationId xmlns:a16="http://schemas.microsoft.com/office/drawing/2014/main" id="{992B1494-D873-4A8A-A88C-2E05220A08CF}"/>
              </a:ext>
            </a:extLst>
          </p:cNvPr>
          <p:cNvPicPr>
            <a:picLocks xmlns:a="http://schemas.openxmlformats.org/drawingml/2006/main" noChangeAspect="1"/>
          </p:cNvPicPr>
          <p:nvPr/>
        </p:nvPicPr>
        <p:blipFill>
          <a:blip xmlns:r="http://schemas.openxmlformats.org/officeDocument/2006/relationships" xmlns:a="http://schemas.openxmlformats.org/drawingml/2006/main" r:embed="Rbd5cd1c4cbd741c9"/>
          <a:stretch xmlns:a="http://schemas.openxmlformats.org/drawingml/2006/main"/>
        </p:blipFill>
        <p:spPr>
          <a:xfrm xmlns:a="http://schemas.openxmlformats.org/drawingml/2006/main">
            <a:off x="476250" y="9791700"/>
            <a:ext cx="161925" cy="161925"/>
          </a:xfrm>
          <a:prstGeom xmlns:a="http://schemas.openxmlformats.org/drawingml/2006/main" prst="rect">
            <a:avLst/>
          </a:prstGeom>
        </p:spPr>
      </p:pic>
      <p:sp>
        <p:nvSpPr>
          <p:cNvPr id="51" name="DA learning 5">
            <a:extLst xmlns:a="http://schemas.openxmlformats.org/drawingml/2006/main">
              <a:ext uri="{FF2B5EF4-FFF2-40B4-BE49-F238E27FC236}">
                <a16:creationId xmlns:a16="http://schemas.microsoft.com/office/drawing/2014/main" id="{8C99C1ED-1839-41F6-A63D-1D01FCCD24F8}"/>
              </a:ext>
            </a:extLst>
          </p:cNvPr>
          <p:cNvSpPr>
            <a:spLocks xmlns:a="http://schemas.openxmlformats.org/drawingml/2006/main" noGrp="1"/>
          </p:cNvSpPr>
          <p:nvPr/>
        </p:nvSpPr>
        <p:spPr>
          <a:xfrm xmlns:a="http://schemas.openxmlformats.org/drawingml/2006/main" rot="0">
            <a:off x="742950" y="9725025"/>
            <a:ext cx="3914775" cy="2762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defRPr sz="1650" b="0">
                <a:solidFill>
                  <a:srgbClr val="002342"/>
                </a:solidFill>
                <a:latin typeface="Arial"/>
                <a:ea typeface="Arial"/>
                <a:cs typeface="Arial"/>
              </a:defRPr>
            </a:defPPr>
          </a:lstStyle>
          <a:p xmlns:a="http://schemas.openxmlformats.org/drawingml/2006/main">
            <a:pPr algn="l">
              <a:defRPr sz="1650" b="0">
                <a:solidFill>
                  <a:srgbClr val="002342"/>
                </a:solidFill>
                <a:latin typeface="Arial"/>
                <a:ea typeface="Arial"/>
                <a:cs typeface="Arial"/>
              </a:defRPr>
            </a:pPr>
            <a:r>
              <a:rPr sz="1650" b="0">
                <a:solidFill>
                  <a:srgbClr val="002342"/>
                </a:solidFill>
                <a:latin typeface="Arial"/>
                <a:ea typeface="Arial"/>
                <a:cs typeface="Arial"/>
              </a:rPr>
              <a:t>Basic statistics</a:t>
            </a:r>
          </a:p>
        </p:txBody>
      </p:sp>
      <p:pic>
        <p:nvPicPr>
          <p:cNvPr id="52" name="">
            <a:extLst xmlns:a="http://schemas.openxmlformats.org/drawingml/2006/main">
              <a:ext uri="{FF2B5EF4-FFF2-40B4-BE49-F238E27FC236}">
                <a16:creationId xmlns:a16="http://schemas.microsoft.com/office/drawing/2014/main" id="{D5AC7848-9B1E-4CF7-B26F-A3B39721C2A9}"/>
              </a:ext>
            </a:extLst>
          </p:cNvPr>
          <p:cNvPicPr>
            <a:picLocks xmlns:a="http://schemas.openxmlformats.org/drawingml/2006/main" noChangeAspect="1"/>
          </p:cNvPicPr>
          <p:nvPr/>
        </p:nvPicPr>
        <p:blipFill>
          <a:blip xmlns:r="http://schemas.openxmlformats.org/officeDocument/2006/relationships" xmlns:a="http://schemas.openxmlformats.org/drawingml/2006/main" r:embed="Rd7c95901c74446a5"/>
          <a:stretch xmlns:a="http://schemas.openxmlformats.org/drawingml/2006/main"/>
        </p:blipFill>
        <p:spPr>
          <a:xfrm xmlns:a="http://schemas.openxmlformats.org/drawingml/2006/main">
            <a:off x="5181600" y="9772650"/>
            <a:ext cx="161925" cy="161925"/>
          </a:xfrm>
          <a:prstGeom xmlns:a="http://schemas.openxmlformats.org/drawingml/2006/main" prst="rect">
            <a:avLst/>
          </a:prstGeom>
        </p:spPr>
      </p:pic>
      <p:sp>
        <p:nvSpPr>
          <p:cNvPr id="53" name="ML learning 5">
            <a:extLst xmlns:a="http://schemas.openxmlformats.org/drawingml/2006/main">
              <a:ext uri="{FF2B5EF4-FFF2-40B4-BE49-F238E27FC236}">
                <a16:creationId xmlns:a16="http://schemas.microsoft.com/office/drawing/2014/main" id="{76D1DD88-D5F0-427D-A1C0-CD3612AD9739}"/>
              </a:ext>
            </a:extLst>
          </p:cNvPr>
          <p:cNvSpPr>
            <a:spLocks xmlns:a="http://schemas.openxmlformats.org/drawingml/2006/main" noGrp="1"/>
          </p:cNvSpPr>
          <p:nvPr/>
        </p:nvSpPr>
        <p:spPr>
          <a:xfrm xmlns:a="http://schemas.openxmlformats.org/drawingml/2006/main" rot="0">
            <a:off x="5448300" y="9705975"/>
            <a:ext cx="390525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defRPr sz="1650" b="0">
                <a:solidFill>
                  <a:srgbClr val="002342"/>
                </a:solidFill>
                <a:latin typeface="Arial"/>
                <a:ea typeface="Arial"/>
                <a:cs typeface="Arial"/>
              </a:defRPr>
            </a:defPPr>
          </a:lstStyle>
          <a:p xmlns:a="http://schemas.openxmlformats.org/drawingml/2006/main">
            <a:pPr algn="l">
              <a:defRPr sz="1650" b="0">
                <a:solidFill>
                  <a:srgbClr val="002342"/>
                </a:solidFill>
                <a:latin typeface="Arial"/>
                <a:ea typeface="Arial"/>
                <a:cs typeface="Arial"/>
              </a:defRPr>
            </a:pPr>
            <a:r>
              <a:rPr sz="1650" b="0">
                <a:solidFill>
                  <a:srgbClr val="002342"/>
                </a:solidFill>
                <a:latin typeface="Arial"/>
                <a:ea typeface="Arial"/>
                <a:cs typeface="Arial"/>
              </a:rPr>
              <a:t>Real-world datasets</a:t>
            </a:r>
          </a:p>
        </p:txBody>
      </p:sp>
      <p:sp>
        <p:nvSpPr>
          <p:cNvPr id="54" name="DA outcome strip">
            <a:extLst xmlns:a="http://schemas.openxmlformats.org/drawingml/2006/main">
              <a:ext uri="{FF2B5EF4-FFF2-40B4-BE49-F238E27FC236}">
                <a16:creationId xmlns:a16="http://schemas.microsoft.com/office/drawing/2014/main" id="{E2C0125A-C646-4D0A-83DD-F956F067FF0B}"/>
              </a:ext>
            </a:extLst>
          </p:cNvPr>
          <p:cNvSpPr>
            <a:spLocks xmlns:a="http://schemas.openxmlformats.org/drawingml/2006/main" noGrp="1"/>
          </p:cNvSpPr>
          <p:nvPr/>
        </p:nvSpPr>
        <p:spPr>
          <a:xfrm xmlns:a="http://schemas.openxmlformats.org/drawingml/2006/main" rot="0">
            <a:off x="381000" y="10096500"/>
            <a:ext cx="4286250" cy="742950"/>
          </a:xfrm>
          <a:prstGeom xmlns:a="http://schemas.openxmlformats.org/drawingml/2006/main" prst="roundRect">
            <a:avLst>
              <a:gd name="adj" fmla="val 12821"/>
            </a:avLst>
          </a:prstGeom>
          <a:solidFill xmlns:a="http://schemas.openxmlformats.org/drawingml/2006/main">
            <a:srgbClr val="C7EAF8"/>
          </a:solidFill>
          <a:ln xmlns:a="http://schemas.openxmlformats.org/drawingml/2006/main" w="0">
            <a:noFill/>
          </a:ln>
        </p:spPr>
      </p:sp>
      <p:sp>
        <p:nvSpPr>
          <p:cNvPr id="55" name="ML outcome strip">
            <a:extLst xmlns:a="http://schemas.openxmlformats.org/drawingml/2006/main">
              <a:ext uri="{FF2B5EF4-FFF2-40B4-BE49-F238E27FC236}">
                <a16:creationId xmlns:a16="http://schemas.microsoft.com/office/drawing/2014/main" id="{02BB1115-D0EC-4E08-9E81-09959958DC92}"/>
              </a:ext>
            </a:extLst>
          </p:cNvPr>
          <p:cNvSpPr>
            <a:spLocks xmlns:a="http://schemas.openxmlformats.org/drawingml/2006/main" noGrp="1"/>
          </p:cNvSpPr>
          <p:nvPr/>
        </p:nvSpPr>
        <p:spPr>
          <a:xfrm xmlns:a="http://schemas.openxmlformats.org/drawingml/2006/main" rot="0">
            <a:off x="5086350" y="10096500"/>
            <a:ext cx="4286250" cy="742950"/>
          </a:xfrm>
          <a:prstGeom xmlns:a="http://schemas.openxmlformats.org/drawingml/2006/main" prst="roundRect">
            <a:avLst>
              <a:gd name="adj" fmla="val 12821"/>
            </a:avLst>
          </a:prstGeom>
          <a:solidFill xmlns:a="http://schemas.openxmlformats.org/drawingml/2006/main">
            <a:srgbClr val="E0CBF7"/>
          </a:solidFill>
          <a:ln xmlns:a="http://schemas.openxmlformats.org/drawingml/2006/main" w="0">
            <a:noFill/>
          </a:ln>
        </p:spPr>
      </p:sp>
      <p:sp>
        <p:nvSpPr>
          <p:cNvPr id="56" name="DA Build">
            <a:extLst xmlns:a="http://schemas.openxmlformats.org/drawingml/2006/main">
              <a:ext uri="{FF2B5EF4-FFF2-40B4-BE49-F238E27FC236}">
                <a16:creationId xmlns:a16="http://schemas.microsoft.com/office/drawing/2014/main" id="{70371895-DC99-4FFD-B051-D851966DCFC1}"/>
              </a:ext>
            </a:extLst>
          </p:cNvPr>
          <p:cNvSpPr>
            <a:spLocks xmlns:a="http://schemas.openxmlformats.org/drawingml/2006/main" noGrp="1"/>
          </p:cNvSpPr>
          <p:nvPr/>
        </p:nvSpPr>
        <p:spPr>
          <a:xfrm xmlns:a="http://schemas.openxmlformats.org/drawingml/2006/main" rot="0">
            <a:off x="514350" y="10144125"/>
            <a:ext cx="403860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defRPr sz="1800" b="1">
                <a:solidFill>
                  <a:srgbClr val="004461"/>
                </a:solidFill>
                <a:latin typeface="Arial Narrow"/>
                <a:ea typeface="Arial Narrow"/>
                <a:cs typeface="Arial Narrow"/>
              </a:defRPr>
            </a:defPPr>
          </a:lstStyle>
          <a:p xmlns:a="http://schemas.openxmlformats.org/drawingml/2006/main">
            <a:pPr algn="l">
              <a:defRPr sz="1800" b="1">
                <a:solidFill>
                  <a:srgbClr val="004461"/>
                </a:solidFill>
                <a:latin typeface="Arial Narrow"/>
                <a:ea typeface="Arial Narrow"/>
                <a:cs typeface="Arial Narrow"/>
              </a:defRPr>
            </a:pPr>
            <a:r>
              <a:rPr sz="1800" b="1">
                <a:solidFill>
                  <a:srgbClr val="004461"/>
                </a:solidFill>
                <a:latin typeface="Arial Narrow"/>
                <a:ea typeface="Arial Narrow"/>
                <a:cs typeface="Arial Narrow"/>
              </a:rPr>
              <a:t>BUILD: A data analysis project</a:t>
            </a:r>
          </a:p>
        </p:txBody>
      </p:sp>
      <p:sp>
        <p:nvSpPr>
          <p:cNvPr id="57" name="DA project examples">
            <a:extLst xmlns:a="http://schemas.openxmlformats.org/drawingml/2006/main">
              <a:ext uri="{FF2B5EF4-FFF2-40B4-BE49-F238E27FC236}">
                <a16:creationId xmlns:a16="http://schemas.microsoft.com/office/drawing/2014/main" id="{200F65AB-9409-4752-8119-E94927602AA4}"/>
              </a:ext>
            </a:extLst>
          </p:cNvPr>
          <p:cNvSpPr>
            <a:spLocks xmlns:a="http://schemas.openxmlformats.org/drawingml/2006/main" noGrp="1"/>
          </p:cNvSpPr>
          <p:nvPr/>
        </p:nvSpPr>
        <p:spPr>
          <a:xfrm xmlns:a="http://schemas.openxmlformats.org/drawingml/2006/main" rot="0">
            <a:off x="514350" y="10467975"/>
            <a:ext cx="403860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defRPr sz="1650" b="0">
                <a:solidFill>
                  <a:srgbClr val="002342"/>
                </a:solidFill>
                <a:latin typeface="Arial Narrow"/>
                <a:ea typeface="Arial Narrow"/>
                <a:cs typeface="Arial Narrow"/>
              </a:defRPr>
            </a:defPPr>
          </a:lstStyle>
          <a:p xmlns:a="http://schemas.openxmlformats.org/drawingml/2006/main">
            <a:pPr algn="l">
              <a:defRPr sz="1650" b="0">
                <a:solidFill>
                  <a:srgbClr val="002342"/>
                </a:solidFill>
                <a:latin typeface="Arial Narrow"/>
                <a:ea typeface="Arial Narrow"/>
                <a:cs typeface="Arial Narrow"/>
              </a:defRPr>
            </a:pPr>
            <a:r>
              <a:rPr sz="1650" b="0">
                <a:solidFill>
                  <a:srgbClr val="002342"/>
                </a:solidFill>
                <a:latin typeface="Arial Narrow"/>
                <a:ea typeface="Arial Narrow"/>
                <a:cs typeface="Arial Narrow"/>
              </a:rPr>
              <a:t>e.g. sales, customer or social media data</a:t>
            </a:r>
          </a:p>
        </p:txBody>
      </p:sp>
      <p:sp>
        <p:nvSpPr>
          <p:cNvPr id="58" name="ML Build">
            <a:extLst xmlns:a="http://schemas.openxmlformats.org/drawingml/2006/main">
              <a:ext uri="{FF2B5EF4-FFF2-40B4-BE49-F238E27FC236}">
                <a16:creationId xmlns:a16="http://schemas.microsoft.com/office/drawing/2014/main" id="{C7C0F128-5DEF-4CFA-ABDF-6A8E8CD1C996}"/>
              </a:ext>
            </a:extLst>
          </p:cNvPr>
          <p:cNvSpPr>
            <a:spLocks xmlns:a="http://schemas.openxmlformats.org/drawingml/2006/main" noGrp="1"/>
          </p:cNvSpPr>
          <p:nvPr/>
        </p:nvSpPr>
        <p:spPr>
          <a:xfrm xmlns:a="http://schemas.openxmlformats.org/drawingml/2006/main" rot="0">
            <a:off x="5219700" y="10144125"/>
            <a:ext cx="401955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defRPr sz="1800" b="1">
                <a:solidFill>
                  <a:srgbClr val="6500BC"/>
                </a:solidFill>
                <a:latin typeface="Arial Narrow"/>
                <a:ea typeface="Arial Narrow"/>
                <a:cs typeface="Arial Narrow"/>
              </a:defRPr>
            </a:defPPr>
          </a:lstStyle>
          <a:p xmlns:a="http://schemas.openxmlformats.org/drawingml/2006/main">
            <a:pPr algn="l">
              <a:defRPr sz="1800" b="1">
                <a:solidFill>
                  <a:srgbClr val="6500BC"/>
                </a:solidFill>
                <a:latin typeface="Arial Narrow"/>
                <a:ea typeface="Arial Narrow"/>
                <a:cs typeface="Arial Narrow"/>
              </a:defRPr>
            </a:pPr>
            <a:r>
              <a:rPr sz="1800" b="1">
                <a:solidFill>
                  <a:srgbClr val="6500BC"/>
                </a:solidFill>
                <a:latin typeface="Arial Narrow"/>
                <a:ea typeface="Arial Narrow"/>
                <a:cs typeface="Arial Narrow"/>
              </a:rPr>
              <a:t>BUILD: A prediction model</a:t>
            </a:r>
          </a:p>
        </p:txBody>
      </p:sp>
      <p:sp>
        <p:nvSpPr>
          <p:cNvPr id="59" name="ML project examples">
            <a:extLst xmlns:a="http://schemas.openxmlformats.org/drawingml/2006/main">
              <a:ext uri="{FF2B5EF4-FFF2-40B4-BE49-F238E27FC236}">
                <a16:creationId xmlns:a16="http://schemas.microsoft.com/office/drawing/2014/main" id="{6C233DCA-B1C8-45EC-8290-F0438C47A5BF}"/>
              </a:ext>
            </a:extLst>
          </p:cNvPr>
          <p:cNvSpPr>
            <a:spLocks xmlns:a="http://schemas.openxmlformats.org/drawingml/2006/main" noGrp="1"/>
          </p:cNvSpPr>
          <p:nvPr/>
        </p:nvSpPr>
        <p:spPr>
          <a:xfrm xmlns:a="http://schemas.openxmlformats.org/drawingml/2006/main" rot="0">
            <a:off x="5219700" y="10382250"/>
            <a:ext cx="4029075"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defRPr sz="1500" b="0">
                <a:solidFill>
                  <a:srgbClr val="002342"/>
                </a:solidFill>
                <a:latin typeface="Arial Narrow"/>
                <a:ea typeface="Arial Narrow"/>
                <a:cs typeface="Arial Narrow"/>
              </a:defRPr>
            </a:defPPr>
          </a:lstStyle>
          <a:p xmlns:a="http://schemas.openxmlformats.org/drawingml/2006/main">
            <a:pPr algn="l">
              <a:defRPr sz="1500" b="0">
                <a:solidFill>
                  <a:srgbClr val="002342"/>
                </a:solidFill>
                <a:latin typeface="Arial Narrow"/>
                <a:ea typeface="Arial Narrow"/>
                <a:cs typeface="Arial Narrow"/>
              </a:defRPr>
            </a:pPr>
            <a:r>
              <a:rPr sz="1500" b="0">
                <a:solidFill>
                  <a:srgbClr val="002342"/>
                </a:solidFill>
                <a:latin typeface="Arial Narrow"/>
                <a:ea typeface="Arial Narrow"/>
                <a:cs typeface="Arial Narrow"/>
              </a:rPr>
              <a:t>e.g. house prices, classification</a:t>
            </a:r>
          </a:p>
          <a:p xmlns:a="http://schemas.openxmlformats.org/drawingml/2006/main">
            <a:pPr algn="l">
              <a:defRPr sz="1500" b="0">
                <a:solidFill>
                  <a:srgbClr val="002342"/>
                </a:solidFill>
                <a:latin typeface="Arial Narrow"/>
                <a:ea typeface="Arial Narrow"/>
                <a:cs typeface="Arial Narrow"/>
              </a:defRPr>
            </a:pPr>
            <a:r>
              <a:rPr sz="1500" b="0">
                <a:solidFill>
                  <a:srgbClr val="002342"/>
                </a:solidFill>
                <a:latin typeface="Arial Narrow"/>
                <a:ea typeface="Arial Narrow"/>
                <a:cs typeface="Arial Narrow"/>
              </a:rPr>
              <a:t>or recommendation</a:t>
            </a:r>
          </a:p>
        </p:txBody>
      </p:sp>
      <p:pic>
        <p:nvPicPr>
          <p:cNvPr id="60" name="">
            <a:extLst xmlns:a="http://schemas.openxmlformats.org/drawingml/2006/main">
              <a:ext uri="{FF2B5EF4-FFF2-40B4-BE49-F238E27FC236}">
                <a16:creationId xmlns:a16="http://schemas.microsoft.com/office/drawing/2014/main" id="{7B4DAF99-823D-4DAA-9167-343749B47347}"/>
              </a:ext>
            </a:extLst>
          </p:cNvPr>
          <p:cNvPicPr>
            <a:picLocks xmlns:a="http://schemas.openxmlformats.org/drawingml/2006/main" noChangeAspect="1"/>
          </p:cNvPicPr>
          <p:nvPr/>
        </p:nvPicPr>
        <p:blipFill>
          <a:blip xmlns:r="http://schemas.openxmlformats.org/officeDocument/2006/relationships" xmlns:a="http://schemas.openxmlformats.org/drawingml/2006/main" r:embed="R2ce1b5fc97a349e3"/>
          <a:stretch xmlns:a="http://schemas.openxmlformats.org/drawingml/2006/main"/>
        </p:blipFill>
        <p:spPr>
          <a:xfrm xmlns:a="http://schemas.openxmlformats.org/drawingml/2006/main">
            <a:off x="394097" y="13087350"/>
            <a:ext cx="459581" cy="523875"/>
          </a:xfrm>
          <a:prstGeom xmlns:a="http://schemas.openxmlformats.org/drawingml/2006/main" prst="rect">
            <a:avLst/>
          </a:prstGeom>
        </p:spPr>
      </p:pic>
      <p:sp>
        <p:nvSpPr>
          <p:cNvPr id="61" name="Duration">
            <a:extLst xmlns:a="http://schemas.openxmlformats.org/drawingml/2006/main">
              <a:ext uri="{FF2B5EF4-FFF2-40B4-BE49-F238E27FC236}">
                <a16:creationId xmlns:a16="http://schemas.microsoft.com/office/drawing/2014/main" id="{9E427017-3803-41AC-94D7-3984E13C7AFC}"/>
              </a:ext>
            </a:extLst>
          </p:cNvPr>
          <p:cNvSpPr>
            <a:spLocks xmlns:a="http://schemas.openxmlformats.org/drawingml/2006/main" noGrp="1"/>
          </p:cNvSpPr>
          <p:nvPr/>
        </p:nvSpPr>
        <p:spPr>
          <a:xfrm xmlns:a="http://schemas.openxmlformats.org/drawingml/2006/main" rot="0">
            <a:off x="1066800" y="13201650"/>
            <a:ext cx="1152525"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defRPr sz="2175" b="1">
                <a:solidFill>
                  <a:srgbClr val="002342"/>
                </a:solidFill>
                <a:latin typeface="Arial"/>
                <a:ea typeface="Arial"/>
                <a:cs typeface="Arial"/>
              </a:defRPr>
            </a:defPPr>
          </a:lstStyle>
          <a:p xmlns:a="http://schemas.openxmlformats.org/drawingml/2006/main">
            <a:pPr algn="l">
              <a:defRPr sz="2175" b="1">
                <a:solidFill>
                  <a:srgbClr val="002342"/>
                </a:solidFill>
                <a:latin typeface="Arial"/>
                <a:ea typeface="Arial"/>
                <a:cs typeface="Arial"/>
              </a:defRPr>
            </a:pPr>
            <a:r>
              <a:rPr sz="2175" b="1">
                <a:solidFill>
                  <a:srgbClr val="002342"/>
                </a:solidFill>
                <a:latin typeface="Arial"/>
                <a:ea typeface="Arial"/>
                <a:cs typeface="Arial"/>
              </a:rPr>
              <a:t>8 weeks</a:t>
            </a:r>
          </a:p>
        </p:txBody>
      </p:sp>
      <p:sp>
        <p:nvSpPr>
          <p:cNvPr id="62" name="Benefit divider 1">
            <a:extLst xmlns:a="http://schemas.openxmlformats.org/drawingml/2006/main">
              <a:ext uri="{FF2B5EF4-FFF2-40B4-BE49-F238E27FC236}">
                <a16:creationId xmlns:a16="http://schemas.microsoft.com/office/drawing/2014/main" id="{CC8AD776-E934-4A41-8FF7-75E878C8E3F1}"/>
              </a:ext>
            </a:extLst>
          </p:cNvPr>
          <p:cNvSpPr>
            <a:spLocks xmlns:a="http://schemas.openxmlformats.org/drawingml/2006/main" noGrp="1"/>
          </p:cNvSpPr>
          <p:nvPr/>
        </p:nvSpPr>
        <p:spPr>
          <a:xfrm xmlns:a="http://schemas.openxmlformats.org/drawingml/2006/main" rot="0">
            <a:off x="2228850" y="13087350"/>
            <a:ext cx="9525" cy="533400"/>
          </a:xfrm>
          <a:prstGeom xmlns:a="http://schemas.openxmlformats.org/drawingml/2006/main" prst="rect">
            <a:avLst/>
          </a:prstGeom>
          <a:solidFill xmlns:a="http://schemas.openxmlformats.org/drawingml/2006/main">
            <a:srgbClr val="B8DDEC"/>
          </a:solidFill>
          <a:ln xmlns:a="http://schemas.openxmlformats.org/drawingml/2006/main" w="0">
            <a:noFill/>
          </a:ln>
        </p:spPr>
      </p:sp>
      <p:pic>
        <p:nvPicPr>
          <p:cNvPr id="63" name="">
            <a:extLst xmlns:a="http://schemas.openxmlformats.org/drawingml/2006/main">
              <a:ext uri="{FF2B5EF4-FFF2-40B4-BE49-F238E27FC236}">
                <a16:creationId xmlns:a16="http://schemas.microsoft.com/office/drawing/2014/main" id="{2AE02CEB-7808-4A1C-8040-8AA972F533AD}"/>
              </a:ext>
            </a:extLst>
          </p:cNvPr>
          <p:cNvPicPr>
            <a:picLocks xmlns:a="http://schemas.openxmlformats.org/drawingml/2006/main" noChangeAspect="1"/>
          </p:cNvPicPr>
          <p:nvPr/>
        </p:nvPicPr>
        <p:blipFill>
          <a:blip xmlns:r="http://schemas.openxmlformats.org/officeDocument/2006/relationships" xmlns:a="http://schemas.openxmlformats.org/drawingml/2006/main" r:embed="R0e7b68d139f44008"/>
          <a:stretch xmlns:a="http://schemas.openxmlformats.org/drawingml/2006/main"/>
        </p:blipFill>
        <p:spPr>
          <a:xfrm xmlns:a="http://schemas.openxmlformats.org/drawingml/2006/main">
            <a:off x="2438400" y="13128792"/>
            <a:ext cx="552450" cy="440991"/>
          </a:xfrm>
          <a:prstGeom xmlns:a="http://schemas.openxmlformats.org/drawingml/2006/main" prst="rect">
            <a:avLst/>
          </a:prstGeom>
        </p:spPr>
      </p:pic>
      <p:sp>
        <p:nvSpPr>
          <p:cNvPr id="64" name="Group limit">
            <a:extLst xmlns:a="http://schemas.openxmlformats.org/drawingml/2006/main">
              <a:ext uri="{FF2B5EF4-FFF2-40B4-BE49-F238E27FC236}">
                <a16:creationId xmlns:a16="http://schemas.microsoft.com/office/drawing/2014/main" id="{9856A66D-35F8-4427-A562-E017673A4F7D}"/>
              </a:ext>
            </a:extLst>
          </p:cNvPr>
          <p:cNvSpPr>
            <a:spLocks xmlns:a="http://schemas.openxmlformats.org/drawingml/2006/main" noGrp="1"/>
          </p:cNvSpPr>
          <p:nvPr/>
        </p:nvSpPr>
        <p:spPr>
          <a:xfrm xmlns:a="http://schemas.openxmlformats.org/drawingml/2006/main" rot="0">
            <a:off x="3105150" y="13125450"/>
            <a:ext cx="1457325"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defRPr sz="1650" b="1">
                <a:solidFill>
                  <a:srgbClr val="002342"/>
                </a:solidFill>
                <a:latin typeface="Arial Narrow"/>
                <a:ea typeface="Arial Narrow"/>
                <a:cs typeface="Arial Narrow"/>
              </a:defRPr>
            </a:defPPr>
          </a:lstStyle>
          <a:p xmlns:a="http://schemas.openxmlformats.org/drawingml/2006/main">
            <a:pPr algn="l">
              <a:defRPr sz="1650" b="1">
                <a:solidFill>
                  <a:srgbClr val="002342"/>
                </a:solidFill>
                <a:latin typeface="Arial Narrow"/>
                <a:ea typeface="Arial Narrow"/>
                <a:cs typeface="Arial Narrow"/>
              </a:defRPr>
            </a:pPr>
            <a:r>
              <a:rPr sz="1650" b="1">
                <a:solidFill>
                  <a:srgbClr val="002342"/>
                </a:solidFill>
                <a:latin typeface="Arial Narrow"/>
                <a:ea typeface="Arial Narrow"/>
                <a:cs typeface="Arial Narrow"/>
              </a:rPr>
              <a:t>Max. 5 learners</a:t>
            </a:r>
          </a:p>
          <a:p xmlns:a="http://schemas.openxmlformats.org/drawingml/2006/main">
            <a:pPr algn="l">
              <a:defRPr sz="1650" b="1">
                <a:solidFill>
                  <a:srgbClr val="002342"/>
                </a:solidFill>
                <a:latin typeface="Arial Narrow"/>
                <a:ea typeface="Arial Narrow"/>
                <a:cs typeface="Arial Narrow"/>
              </a:defRPr>
            </a:pPr>
            <a:r>
              <a:rPr sz="1650" b="1">
                <a:solidFill>
                  <a:srgbClr val="002342"/>
                </a:solidFill>
                <a:latin typeface="Arial Narrow"/>
                <a:ea typeface="Arial Narrow"/>
                <a:cs typeface="Arial Narrow"/>
              </a:rPr>
              <a:t>per group</a:t>
            </a:r>
          </a:p>
        </p:txBody>
      </p:sp>
      <p:sp>
        <p:nvSpPr>
          <p:cNvPr id="65" name="Benefit divider 2">
            <a:extLst xmlns:a="http://schemas.openxmlformats.org/drawingml/2006/main">
              <a:ext uri="{FF2B5EF4-FFF2-40B4-BE49-F238E27FC236}">
                <a16:creationId xmlns:a16="http://schemas.microsoft.com/office/drawing/2014/main" id="{8EDB929B-5F12-4BE3-BD59-63EA5028880A}"/>
              </a:ext>
            </a:extLst>
          </p:cNvPr>
          <p:cNvSpPr>
            <a:spLocks xmlns:a="http://schemas.openxmlformats.org/drawingml/2006/main" noGrp="1"/>
          </p:cNvSpPr>
          <p:nvPr/>
        </p:nvSpPr>
        <p:spPr>
          <a:xfrm xmlns:a="http://schemas.openxmlformats.org/drawingml/2006/main" rot="0">
            <a:off x="4572000" y="13087350"/>
            <a:ext cx="9525" cy="533400"/>
          </a:xfrm>
          <a:prstGeom xmlns:a="http://schemas.openxmlformats.org/drawingml/2006/main" prst="rect">
            <a:avLst/>
          </a:prstGeom>
          <a:solidFill xmlns:a="http://schemas.openxmlformats.org/drawingml/2006/main">
            <a:srgbClr val="B8DDEC"/>
          </a:solidFill>
          <a:ln xmlns:a="http://schemas.openxmlformats.org/drawingml/2006/main" w="0">
            <a:noFill/>
          </a:ln>
        </p:spPr>
      </p:sp>
      <p:pic>
        <p:nvPicPr>
          <p:cNvPr id="66" name="">
            <a:extLst xmlns:a="http://schemas.openxmlformats.org/drawingml/2006/main">
              <a:ext uri="{FF2B5EF4-FFF2-40B4-BE49-F238E27FC236}">
                <a16:creationId xmlns:a16="http://schemas.microsoft.com/office/drawing/2014/main" id="{95D78075-AE64-44F3-85B1-DC69F97F0289}"/>
              </a:ext>
            </a:extLst>
          </p:cNvPr>
          <p:cNvPicPr>
            <a:picLocks xmlns:a="http://schemas.openxmlformats.org/drawingml/2006/main" noChangeAspect="1"/>
          </p:cNvPicPr>
          <p:nvPr/>
        </p:nvPicPr>
        <p:blipFill>
          <a:blip xmlns:r="http://schemas.openxmlformats.org/officeDocument/2006/relationships" xmlns:a="http://schemas.openxmlformats.org/drawingml/2006/main" r:embed="Rd4c0e6bb9f624aed"/>
          <a:stretch xmlns:a="http://schemas.openxmlformats.org/drawingml/2006/main"/>
        </p:blipFill>
        <p:spPr>
          <a:xfrm xmlns:a="http://schemas.openxmlformats.org/drawingml/2006/main">
            <a:off x="4800600" y="13129022"/>
            <a:ext cx="561975" cy="450056"/>
          </a:xfrm>
          <a:prstGeom xmlns:a="http://schemas.openxmlformats.org/drawingml/2006/main" prst="rect">
            <a:avLst/>
          </a:prstGeom>
        </p:spPr>
      </p:pic>
      <p:sp>
        <p:nvSpPr>
          <p:cNvPr id="67" name="Beginner access">
            <a:extLst xmlns:a="http://schemas.openxmlformats.org/drawingml/2006/main">
              <a:ext uri="{FF2B5EF4-FFF2-40B4-BE49-F238E27FC236}">
                <a16:creationId xmlns:a16="http://schemas.microsoft.com/office/drawing/2014/main" id="{CEF96B46-4C09-4FA6-989F-64364E26EBB7}"/>
              </a:ext>
            </a:extLst>
          </p:cNvPr>
          <p:cNvSpPr>
            <a:spLocks xmlns:a="http://schemas.openxmlformats.org/drawingml/2006/main" noGrp="1"/>
          </p:cNvSpPr>
          <p:nvPr/>
        </p:nvSpPr>
        <p:spPr>
          <a:xfrm xmlns:a="http://schemas.openxmlformats.org/drawingml/2006/main" rot="0">
            <a:off x="5505450" y="13125450"/>
            <a:ext cx="1666875" cy="590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defRPr sz="1650" b="1">
                <a:solidFill>
                  <a:srgbClr val="002342"/>
                </a:solidFill>
                <a:latin typeface="Arial Narrow"/>
                <a:ea typeface="Arial Narrow"/>
                <a:cs typeface="Arial Narrow"/>
              </a:defRPr>
            </a:defPPr>
          </a:lstStyle>
          <a:p xmlns:a="http://schemas.openxmlformats.org/drawingml/2006/main">
            <a:pPr algn="l">
              <a:defRPr sz="1650" b="1">
                <a:solidFill>
                  <a:srgbClr val="002342"/>
                </a:solidFill>
                <a:latin typeface="Arial Narrow"/>
                <a:ea typeface="Arial Narrow"/>
                <a:cs typeface="Arial Narrow"/>
              </a:defRPr>
            </a:pPr>
            <a:r>
              <a:rPr sz="1650" b="1">
                <a:solidFill>
                  <a:srgbClr val="002342"/>
                </a:solidFill>
                <a:latin typeface="Arial Narrow"/>
                <a:ea typeface="Arial Narrow"/>
                <a:cs typeface="Arial Narrow"/>
              </a:rPr>
              <a:t>No coding</a:t>
            </a:r>
          </a:p>
          <a:p xmlns:a="http://schemas.openxmlformats.org/drawingml/2006/main">
            <a:pPr algn="l">
              <a:defRPr sz="1650" b="1">
                <a:solidFill>
                  <a:srgbClr val="002342"/>
                </a:solidFill>
                <a:latin typeface="Arial Narrow"/>
                <a:ea typeface="Arial Narrow"/>
                <a:cs typeface="Arial Narrow"/>
              </a:defRPr>
            </a:pPr>
            <a:r>
              <a:rPr sz="1650" b="1">
                <a:solidFill>
                  <a:srgbClr val="002342"/>
                </a:solidFill>
                <a:latin typeface="Arial Narrow"/>
                <a:ea typeface="Arial Narrow"/>
                <a:cs typeface="Arial Narrow"/>
              </a:rPr>
              <a:t>experience needed</a:t>
            </a:r>
          </a:p>
        </p:txBody>
      </p:sp>
      <p:sp>
        <p:nvSpPr>
          <p:cNvPr id="68" name="Benefit divider 3">
            <a:extLst xmlns:a="http://schemas.openxmlformats.org/drawingml/2006/main">
              <a:ext uri="{FF2B5EF4-FFF2-40B4-BE49-F238E27FC236}">
                <a16:creationId xmlns:a16="http://schemas.microsoft.com/office/drawing/2014/main" id="{2443CBB2-CFE9-4C95-96AF-328D3A846E1E}"/>
              </a:ext>
            </a:extLst>
          </p:cNvPr>
          <p:cNvSpPr>
            <a:spLocks xmlns:a="http://schemas.openxmlformats.org/drawingml/2006/main" noGrp="1"/>
          </p:cNvSpPr>
          <p:nvPr/>
        </p:nvSpPr>
        <p:spPr>
          <a:xfrm xmlns:a="http://schemas.openxmlformats.org/drawingml/2006/main" rot="0">
            <a:off x="7181850" y="13087350"/>
            <a:ext cx="9525" cy="533400"/>
          </a:xfrm>
          <a:prstGeom xmlns:a="http://schemas.openxmlformats.org/drawingml/2006/main" prst="rect">
            <a:avLst/>
          </a:prstGeom>
          <a:solidFill xmlns:a="http://schemas.openxmlformats.org/drawingml/2006/main">
            <a:srgbClr val="B8DDEC"/>
          </a:solidFill>
          <a:ln xmlns:a="http://schemas.openxmlformats.org/drawingml/2006/main" w="0">
            <a:noFill/>
          </a:ln>
        </p:spPr>
      </p:sp>
      <p:sp>
        <p:nvSpPr>
          <p:cNvPr id="69" name="Limited places highlight">
            <a:extLst xmlns:a="http://schemas.openxmlformats.org/drawingml/2006/main">
              <a:ext uri="{FF2B5EF4-FFF2-40B4-BE49-F238E27FC236}">
                <a16:creationId xmlns:a16="http://schemas.microsoft.com/office/drawing/2014/main" id="{DC4BE1CF-3839-47CB-9C75-2197E495E475}"/>
              </a:ext>
            </a:extLst>
          </p:cNvPr>
          <p:cNvSpPr>
            <a:spLocks xmlns:a="http://schemas.openxmlformats.org/drawingml/2006/main" noGrp="1"/>
          </p:cNvSpPr>
          <p:nvPr/>
        </p:nvSpPr>
        <p:spPr>
          <a:xfrm xmlns:a="http://schemas.openxmlformats.org/drawingml/2006/main" rot="0">
            <a:off x="7315200" y="13049250"/>
            <a:ext cx="2209800" cy="704850"/>
          </a:xfrm>
          <a:prstGeom xmlns:a="http://schemas.openxmlformats.org/drawingml/2006/main" prst="roundRect">
            <a:avLst>
              <a:gd name="adj" fmla="val 13514"/>
            </a:avLst>
          </a:prstGeom>
          <a:solidFill xmlns:a="http://schemas.openxmlformats.org/drawingml/2006/main">
            <a:srgbClr val="FFD44C"/>
          </a:solidFill>
          <a:ln xmlns:a="http://schemas.openxmlformats.org/drawingml/2006/main" w="0">
            <a:noFill/>
          </a:ln>
        </p:spPr>
      </p:sp>
      <p:sp>
        <p:nvSpPr>
          <p:cNvPr id="70" name="Places">
            <a:extLst xmlns:a="http://schemas.openxmlformats.org/drawingml/2006/main">
              <a:ext uri="{FF2B5EF4-FFF2-40B4-BE49-F238E27FC236}">
                <a16:creationId xmlns:a16="http://schemas.microsoft.com/office/drawing/2014/main" id="{5C3BD620-961C-4FF3-B2A3-8AF470020DDB}"/>
              </a:ext>
            </a:extLst>
          </p:cNvPr>
          <p:cNvSpPr>
            <a:spLocks xmlns:a="http://schemas.openxmlformats.org/drawingml/2006/main" noGrp="1"/>
          </p:cNvSpPr>
          <p:nvPr/>
        </p:nvSpPr>
        <p:spPr>
          <a:xfrm xmlns:a="http://schemas.openxmlformats.org/drawingml/2006/main" rot="0">
            <a:off x="7391400" y="13106400"/>
            <a:ext cx="2095500"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ctr">
              <a:defRPr sz="2100" b="1">
                <a:solidFill>
                  <a:srgbClr val="002342"/>
                </a:solidFill>
                <a:latin typeface="Arial"/>
                <a:ea typeface="Arial"/>
                <a:cs typeface="Arial"/>
              </a:defRPr>
            </a:defPPr>
          </a:lstStyle>
          <a:p xmlns:a="http://schemas.openxmlformats.org/drawingml/2006/main">
            <a:pPr algn="ctr">
              <a:defRPr sz="2100" b="1">
                <a:solidFill>
                  <a:srgbClr val="002342"/>
                </a:solidFill>
                <a:latin typeface="Arial"/>
                <a:ea typeface="Arial"/>
                <a:cs typeface="Arial"/>
              </a:defRPr>
            </a:pPr>
            <a:r>
              <a:rPr sz="2100" b="1">
                <a:solidFill>
                  <a:srgbClr val="002342"/>
                </a:solidFill>
                <a:latin typeface="Arial"/>
                <a:ea typeface="Arial"/>
                <a:cs typeface="Arial"/>
              </a:rPr>
              <a:t>Only 15 places</a:t>
            </a:r>
          </a:p>
        </p:txBody>
      </p:sp>
      <p:sp>
        <p:nvSpPr>
          <p:cNvPr id="71" name="Places qualifier">
            <a:extLst xmlns:a="http://schemas.openxmlformats.org/drawingml/2006/main">
              <a:ext uri="{FF2B5EF4-FFF2-40B4-BE49-F238E27FC236}">
                <a16:creationId xmlns:a16="http://schemas.microsoft.com/office/drawing/2014/main" id="{0290B5C2-E759-49E5-8E66-D14C2EBD95AF}"/>
              </a:ext>
            </a:extLst>
          </p:cNvPr>
          <p:cNvSpPr>
            <a:spLocks xmlns:a="http://schemas.openxmlformats.org/drawingml/2006/main" noGrp="1"/>
          </p:cNvSpPr>
          <p:nvPr/>
        </p:nvSpPr>
        <p:spPr>
          <a:xfrm xmlns:a="http://schemas.openxmlformats.org/drawingml/2006/main" rot="0">
            <a:off x="7391400" y="13449300"/>
            <a:ext cx="2095500"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ctr">
              <a:defRPr sz="1350" b="1">
                <a:solidFill>
                  <a:srgbClr val="002342"/>
                </a:solidFill>
                <a:latin typeface="Arial Narrow"/>
                <a:ea typeface="Arial Narrow"/>
                <a:cs typeface="Arial Narrow"/>
              </a:defRPr>
            </a:defPPr>
          </a:lstStyle>
          <a:p xmlns:a="http://schemas.openxmlformats.org/drawingml/2006/main">
            <a:pPr algn="ctr">
              <a:defRPr sz="1350" b="1">
                <a:solidFill>
                  <a:srgbClr val="002342"/>
                </a:solidFill>
                <a:latin typeface="Arial Narrow"/>
                <a:ea typeface="Arial Narrow"/>
                <a:cs typeface="Arial Narrow"/>
              </a:defRPr>
            </a:pPr>
            <a:r>
              <a:rPr sz="1350" b="1">
                <a:solidFill>
                  <a:srgbClr val="002342"/>
                </a:solidFill>
                <a:latin typeface="Arial Narrow"/>
                <a:ea typeface="Arial Narrow"/>
                <a:cs typeface="Arial Narrow"/>
              </a:rPr>
              <a:t>(whole programme)</a:t>
            </a:r>
          </a:p>
        </p:txBody>
      </p:sp>
      <p:sp>
        <p:nvSpPr>
          <p:cNvPr id="72" name="Programme fee panel">
            <a:extLst xmlns:a="http://schemas.openxmlformats.org/drawingml/2006/main">
              <a:ext uri="{FF2B5EF4-FFF2-40B4-BE49-F238E27FC236}">
                <a16:creationId xmlns:a16="http://schemas.microsoft.com/office/drawing/2014/main" id="{9C2EAD71-6203-4807-968B-1454084FC01C}"/>
              </a:ext>
            </a:extLst>
          </p:cNvPr>
          <p:cNvSpPr>
            <a:spLocks xmlns:a="http://schemas.openxmlformats.org/drawingml/2006/main" noGrp="1"/>
          </p:cNvSpPr>
          <p:nvPr/>
        </p:nvSpPr>
        <p:spPr>
          <a:xfrm xmlns:a="http://schemas.openxmlformats.org/drawingml/2006/main" rot="0">
            <a:off x="276225" y="13868400"/>
            <a:ext cx="4600575" cy="1524000"/>
          </a:xfrm>
          <a:prstGeom xmlns:a="http://schemas.openxmlformats.org/drawingml/2006/main" prst="roundRect">
            <a:avLst>
              <a:gd name="adj" fmla="val 7500"/>
            </a:avLst>
          </a:prstGeom>
          <a:solidFill xmlns:a="http://schemas.openxmlformats.org/drawingml/2006/main">
            <a:srgbClr val="002342"/>
          </a:solidFill>
          <a:ln xmlns:a="http://schemas.openxmlformats.org/drawingml/2006/main" w="0">
            <a:noFill/>
          </a:ln>
        </p:spPr>
      </p:sp>
      <p:sp>
        <p:nvSpPr>
          <p:cNvPr id="73" name="Programme fee heading">
            <a:extLst xmlns:a="http://schemas.openxmlformats.org/drawingml/2006/main">
              <a:ext uri="{FF2B5EF4-FFF2-40B4-BE49-F238E27FC236}">
                <a16:creationId xmlns:a16="http://schemas.microsoft.com/office/drawing/2014/main" id="{31C5783F-23E9-40BD-9AA8-E718F8194C7A}"/>
              </a:ext>
            </a:extLst>
          </p:cNvPr>
          <p:cNvSpPr>
            <a:spLocks xmlns:a="http://schemas.openxmlformats.org/drawingml/2006/main" noGrp="1"/>
          </p:cNvSpPr>
          <p:nvPr/>
        </p:nvSpPr>
        <p:spPr>
          <a:xfrm xmlns:a="http://schemas.openxmlformats.org/drawingml/2006/main" rot="0">
            <a:off x="466725" y="14001750"/>
            <a:ext cx="4286250" cy="3143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defRPr sz="1800" b="0">
                <a:solidFill>
                  <a:srgbClr val="FFFFFF"/>
                </a:solidFill>
                <a:latin typeface="Arial"/>
                <a:ea typeface="Arial"/>
                <a:cs typeface="Arial"/>
              </a:defRPr>
            </a:defPPr>
          </a:lstStyle>
          <a:p xmlns:a="http://schemas.openxmlformats.org/drawingml/2006/main">
            <a:pPr algn="l">
              <a:defRPr sz="1800" b="0">
                <a:solidFill>
                  <a:srgbClr val="FFFFFF"/>
                </a:solidFill>
                <a:latin typeface="Arial"/>
                <a:ea typeface="Arial"/>
                <a:cs typeface="Arial"/>
              </a:defRPr>
            </a:pPr>
            <a:r>
              <a:rPr sz="1800" b="0">
                <a:solidFill>
                  <a:srgbClr val="FFFFFF"/>
                </a:solidFill>
                <a:latin typeface="Arial"/>
                <a:ea typeface="Arial"/>
                <a:cs typeface="Arial"/>
              </a:rPr>
              <a:t>Programme fee per learner</a:t>
            </a:r>
          </a:p>
        </p:txBody>
      </p:sp>
      <p:sp>
        <p:nvSpPr>
          <p:cNvPr id="74" name="Single programme fee">
            <a:extLst xmlns:a="http://schemas.openxmlformats.org/drawingml/2006/main">
              <a:ext uri="{FF2B5EF4-FFF2-40B4-BE49-F238E27FC236}">
                <a16:creationId xmlns:a16="http://schemas.microsoft.com/office/drawing/2014/main" id="{4BF63C26-E43F-43C2-80D0-6D9979C73434}"/>
              </a:ext>
            </a:extLst>
          </p:cNvPr>
          <p:cNvSpPr>
            <a:spLocks xmlns:a="http://schemas.openxmlformats.org/drawingml/2006/main" noGrp="1"/>
          </p:cNvSpPr>
          <p:nvPr/>
        </p:nvSpPr>
        <p:spPr>
          <a:xfrm xmlns:a="http://schemas.openxmlformats.org/drawingml/2006/main" rot="0">
            <a:off x="466725" y="14354175"/>
            <a:ext cx="4210050" cy="5048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defRPr sz="3150" b="1">
                <a:solidFill>
                  <a:srgbClr val="FFFFFF"/>
                </a:solidFill>
                <a:latin typeface="Arial"/>
                <a:ea typeface="Arial"/>
                <a:cs typeface="Arial"/>
              </a:defRPr>
            </a:defPPr>
          </a:lstStyle>
          <a:p xmlns:a="http://schemas.openxmlformats.org/drawingml/2006/main">
            <a:pPr algn="l">
              <a:defRPr sz="3150" b="1">
                <a:solidFill>
                  <a:srgbClr val="FFFFFF"/>
                </a:solidFill>
                <a:latin typeface="Arial"/>
                <a:ea typeface="Arial"/>
                <a:cs typeface="Arial"/>
              </a:defRPr>
            </a:pPr>
            <a:r>
              <a:rPr sz="3150" b="1">
                <a:solidFill>
                  <a:srgbClr val="FFFFFF"/>
                </a:solidFill>
                <a:latin typeface="Arial"/>
                <a:ea typeface="Arial"/>
                <a:cs typeface="Arial"/>
              </a:rPr>
              <a:t>UGX 1,000,000</a:t>
            </a:r>
          </a:p>
        </p:txBody>
      </p:sp>
      <p:sp>
        <p:nvSpPr>
          <p:cNvPr id="75" name="Single fee condition">
            <a:extLst xmlns:a="http://schemas.openxmlformats.org/drawingml/2006/main">
              <a:ext uri="{FF2B5EF4-FFF2-40B4-BE49-F238E27FC236}">
                <a16:creationId xmlns:a16="http://schemas.microsoft.com/office/drawing/2014/main" id="{4D22B270-B79B-48AC-8CFE-46824D399C23}"/>
              </a:ext>
            </a:extLst>
          </p:cNvPr>
          <p:cNvSpPr>
            <a:spLocks xmlns:a="http://schemas.openxmlformats.org/drawingml/2006/main" noGrp="1"/>
          </p:cNvSpPr>
          <p:nvPr/>
        </p:nvSpPr>
        <p:spPr>
          <a:xfrm xmlns:a="http://schemas.openxmlformats.org/drawingml/2006/main" rot="0">
            <a:off x="466725" y="14963775"/>
            <a:ext cx="4200525"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defRPr sz="1800" b="0">
                <a:solidFill>
                  <a:srgbClr val="FFFFFF"/>
                </a:solidFill>
                <a:latin typeface="Arial Narrow"/>
                <a:ea typeface="Arial Narrow"/>
                <a:cs typeface="Arial Narrow"/>
              </a:defRPr>
            </a:defPPr>
          </a:lstStyle>
          <a:p xmlns:a="http://schemas.openxmlformats.org/drawingml/2006/main">
            <a:pPr algn="l">
              <a:defRPr sz="1800" b="0">
                <a:solidFill>
                  <a:srgbClr val="FFFFFF"/>
                </a:solidFill>
                <a:latin typeface="Arial Narrow"/>
                <a:ea typeface="Arial Narrow"/>
                <a:cs typeface="Arial Narrow"/>
              </a:defRPr>
            </a:pPr>
            <a:r>
              <a:rPr sz="1800" b="0">
                <a:solidFill>
                  <a:srgbClr val="FFFFFF"/>
                </a:solidFill>
                <a:latin typeface="Arial Narrow"/>
                <a:ea typeface="Arial Narrow"/>
                <a:cs typeface="Arial Narrow"/>
              </a:rPr>
              <a:t>Same fee for groups of 1–5 learners</a:t>
            </a:r>
          </a:p>
        </p:txBody>
      </p:sp>
      <p:sp>
        <p:nvSpPr>
          <p:cNvPr id="76" name="Booking panel">
            <a:extLst xmlns:a="http://schemas.openxmlformats.org/drawingml/2006/main">
              <a:ext uri="{FF2B5EF4-FFF2-40B4-BE49-F238E27FC236}">
                <a16:creationId xmlns:a16="http://schemas.microsoft.com/office/drawing/2014/main" id="{80A9806F-325E-4C53-A40A-5BA849F9A29D}"/>
              </a:ext>
            </a:extLst>
          </p:cNvPr>
          <p:cNvSpPr>
            <a:spLocks xmlns:a="http://schemas.openxmlformats.org/drawingml/2006/main" noGrp="1"/>
          </p:cNvSpPr>
          <p:nvPr/>
        </p:nvSpPr>
        <p:spPr>
          <a:xfrm xmlns:a="http://schemas.openxmlformats.org/drawingml/2006/main" rot="0">
            <a:off x="4962525" y="13868400"/>
            <a:ext cx="2962275" cy="1524000"/>
          </a:xfrm>
          <a:prstGeom xmlns:a="http://schemas.openxmlformats.org/drawingml/2006/main" prst="roundRect">
            <a:avLst>
              <a:gd name="adj" fmla="val 7500"/>
            </a:avLst>
          </a:prstGeom>
          <a:solidFill xmlns:a="http://schemas.openxmlformats.org/drawingml/2006/main">
            <a:srgbClr val="002342"/>
          </a:solidFill>
          <a:ln xmlns:a="http://schemas.openxmlformats.org/drawingml/2006/main" w="0">
            <a:noFill/>
          </a:ln>
        </p:spPr>
      </p:sp>
      <p:sp>
        <p:nvSpPr>
          <p:cNvPr id="77" name="Reserve call to action">
            <a:extLst xmlns:a="http://schemas.openxmlformats.org/drawingml/2006/main">
              <a:ext uri="{FF2B5EF4-FFF2-40B4-BE49-F238E27FC236}">
                <a16:creationId xmlns:a16="http://schemas.microsoft.com/office/drawing/2014/main" id="{FA554830-52B3-4AE5-805C-5E866F12DA65}"/>
              </a:ext>
            </a:extLst>
          </p:cNvPr>
          <p:cNvSpPr>
            <a:spLocks xmlns:a="http://schemas.openxmlformats.org/drawingml/2006/main" noGrp="1"/>
          </p:cNvSpPr>
          <p:nvPr/>
        </p:nvSpPr>
        <p:spPr>
          <a:xfrm xmlns:a="http://schemas.openxmlformats.org/drawingml/2006/main" rot="0">
            <a:off x="5086350" y="13992225"/>
            <a:ext cx="2724150" cy="504825"/>
          </a:xfrm>
          <a:prstGeom xmlns:a="http://schemas.openxmlformats.org/drawingml/2006/main" prst="roundRect">
            <a:avLst>
              <a:gd name="adj" fmla="val 16981"/>
            </a:avLst>
          </a:prstGeom>
          <a:solidFill xmlns:a="http://schemas.openxmlformats.org/drawingml/2006/main">
            <a:srgbClr val="00B394"/>
          </a:solidFill>
          <a:ln xmlns:a="http://schemas.openxmlformats.org/drawingml/2006/main" w="0">
            <a:noFill/>
          </a:ln>
        </p:spPr>
      </p:sp>
      <p:sp>
        <p:nvSpPr>
          <p:cNvPr id="78" name="Reserve wording">
            <a:extLst xmlns:a="http://schemas.openxmlformats.org/drawingml/2006/main">
              <a:ext uri="{FF2B5EF4-FFF2-40B4-BE49-F238E27FC236}">
                <a16:creationId xmlns:a16="http://schemas.microsoft.com/office/drawing/2014/main" id="{AD40966E-5AAC-45AF-A694-116F6A4D1BA4}"/>
              </a:ext>
            </a:extLst>
          </p:cNvPr>
          <p:cNvSpPr>
            <a:spLocks xmlns:a="http://schemas.openxmlformats.org/drawingml/2006/main" noGrp="1"/>
          </p:cNvSpPr>
          <p:nvPr/>
        </p:nvSpPr>
        <p:spPr>
          <a:xfrm xmlns:a="http://schemas.openxmlformats.org/drawingml/2006/main" rot="0">
            <a:off x="5172075" y="14106525"/>
            <a:ext cx="2581275" cy="3714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ctr">
              <a:defRPr sz="1875" b="1">
                <a:solidFill>
                  <a:srgbClr val="FFFFFF"/>
                </a:solidFill>
                <a:latin typeface="Arial"/>
                <a:ea typeface="Arial"/>
                <a:cs typeface="Arial"/>
              </a:defRPr>
            </a:defPPr>
          </a:lstStyle>
          <a:p xmlns:a="http://schemas.openxmlformats.org/drawingml/2006/main">
            <a:pPr algn="ctr">
              <a:defRPr sz="1875" b="1">
                <a:solidFill>
                  <a:srgbClr val="FFFFFF"/>
                </a:solidFill>
                <a:latin typeface="Arial"/>
                <a:ea typeface="Arial"/>
                <a:cs typeface="Arial"/>
              </a:defRPr>
            </a:pPr>
            <a:r>
              <a:rPr sz="1875" b="1">
                <a:solidFill>
                  <a:srgbClr val="FFFFFF"/>
                </a:solidFill>
                <a:latin typeface="Arial"/>
                <a:ea typeface="Arial"/>
                <a:cs typeface="Arial"/>
              </a:rPr>
              <a:t>Reserve your place →</a:t>
            </a:r>
          </a:p>
        </p:txBody>
      </p:sp>
      <p:pic>
        <p:nvPicPr>
          <p:cNvPr id="79" name="">
            <a:extLst xmlns:a="http://schemas.openxmlformats.org/drawingml/2006/main">
              <a:ext uri="{FF2B5EF4-FFF2-40B4-BE49-F238E27FC236}">
                <a16:creationId xmlns:a16="http://schemas.microsoft.com/office/drawing/2014/main" id="{1A92545A-3BFF-4E6D-AD26-2BF13BE27B29}"/>
              </a:ext>
            </a:extLst>
          </p:cNvPr>
          <p:cNvPicPr>
            <a:picLocks xmlns:a="http://schemas.openxmlformats.org/drawingml/2006/main" noChangeAspect="1"/>
          </p:cNvPicPr>
          <p:nvPr/>
        </p:nvPicPr>
        <p:blipFill>
          <a:blip xmlns:r="http://schemas.openxmlformats.org/officeDocument/2006/relationships" xmlns:a="http://schemas.openxmlformats.org/drawingml/2006/main" r:embed="R8c8c29042919466e"/>
          <a:stretch xmlns:a="http://schemas.openxmlformats.org/drawingml/2006/main"/>
        </p:blipFill>
        <p:spPr>
          <a:xfrm xmlns:a="http://schemas.openxmlformats.org/drawingml/2006/main">
            <a:off x="5100638" y="14754225"/>
            <a:ext cx="333375" cy="381000"/>
          </a:xfrm>
          <a:prstGeom xmlns:a="http://schemas.openxmlformats.org/drawingml/2006/main" prst="rect">
            <a:avLst/>
          </a:prstGeom>
        </p:spPr>
      </p:pic>
      <p:sp>
        <p:nvSpPr>
          <p:cNvPr id="80" name="WhatsApp number">
            <a:extLst xmlns:a="http://schemas.openxmlformats.org/drawingml/2006/main">
              <a:ext uri="{FF2B5EF4-FFF2-40B4-BE49-F238E27FC236}">
                <a16:creationId xmlns:a16="http://schemas.microsoft.com/office/drawing/2014/main" id="{67982053-0260-4539-B40F-9C90FB4E6C08}"/>
              </a:ext>
            </a:extLst>
          </p:cNvPr>
          <p:cNvSpPr>
            <a:spLocks xmlns:a="http://schemas.openxmlformats.org/drawingml/2006/main" noGrp="1"/>
          </p:cNvSpPr>
          <p:nvPr/>
        </p:nvSpPr>
        <p:spPr>
          <a:xfrm xmlns:a="http://schemas.openxmlformats.org/drawingml/2006/main" rot="0">
            <a:off x="5572125" y="14763750"/>
            <a:ext cx="2333625" cy="3714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defRPr sz="2025" b="1">
                <a:solidFill>
                  <a:srgbClr val="FFFFFF"/>
                </a:solidFill>
                <a:latin typeface="Arial Narrow"/>
                <a:ea typeface="Arial Narrow"/>
                <a:cs typeface="Arial Narrow"/>
              </a:defRPr>
            </a:defPPr>
          </a:lstStyle>
          <a:p xmlns:a="http://schemas.openxmlformats.org/drawingml/2006/main">
            <a:pPr algn="l">
              <a:defRPr sz="2025" b="1">
                <a:solidFill>
                  <a:srgbClr val="FFFFFF"/>
                </a:solidFill>
                <a:latin typeface="Arial Narrow"/>
                <a:ea typeface="Arial Narrow"/>
                <a:cs typeface="Arial Narrow"/>
              </a:defRPr>
            </a:pPr>
            <a:r>
              <a:rPr sz="2025" b="1">
                <a:solidFill>
                  <a:srgbClr val="FFFFFF"/>
                </a:solidFill>
                <a:latin typeface="Arial Narrow"/>
                <a:ea typeface="Arial Narrow"/>
                <a:cs typeface="Arial Narrow"/>
              </a:rPr>
              <a:t>+256 750 990 718</a:t>
            </a:r>
          </a:p>
        </p:txBody>
      </p:sp>
      <p:sp>
        <p:nvSpPr>
          <p:cNvPr id="81" name="Email">
            <a:extLst xmlns:a="http://schemas.openxmlformats.org/drawingml/2006/main">
              <a:ext uri="{FF2B5EF4-FFF2-40B4-BE49-F238E27FC236}">
                <a16:creationId xmlns:a16="http://schemas.microsoft.com/office/drawing/2014/main" id="{B5134E58-F929-4046-8AC1-51FFBA207FD6}"/>
              </a:ext>
            </a:extLst>
          </p:cNvPr>
          <p:cNvSpPr>
            <a:spLocks xmlns:a="http://schemas.openxmlformats.org/drawingml/2006/main" noGrp="1"/>
          </p:cNvSpPr>
          <p:nvPr/>
        </p:nvSpPr>
        <p:spPr>
          <a:xfrm xmlns:a="http://schemas.openxmlformats.org/drawingml/2006/main" rot="0">
            <a:off x="285750" y="15478125"/>
            <a:ext cx="7477125" cy="2952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defRPr sz="1650" b="0">
                <a:solidFill>
                  <a:srgbClr val="002342"/>
                </a:solidFill>
                <a:latin typeface="Arial"/>
                <a:ea typeface="Arial"/>
                <a:cs typeface="Arial"/>
              </a:defRPr>
            </a:defPPr>
          </a:lstStyle>
          <a:p xmlns:a="http://schemas.openxmlformats.org/drawingml/2006/main">
            <a:pPr algn="l">
              <a:defRPr sz="1650" b="0">
                <a:solidFill>
                  <a:srgbClr val="002342"/>
                </a:solidFill>
                <a:latin typeface="Arial"/>
                <a:ea typeface="Arial"/>
                <a:cs typeface="Arial"/>
              </a:defRPr>
            </a:pPr>
            <a:r>
              <a:rPr sz="1650" b="0">
                <a:solidFill>
                  <a:srgbClr val="002342"/>
                </a:solidFill>
                <a:latin typeface="Arial"/>
                <a:ea typeface="Arial"/>
                <a:cs typeface="Arial"/>
              </a:rPr>
              <a:t>Email: jothammartin.wambi@gmail.com</a:t>
            </a:r>
          </a:p>
        </p:txBody>
      </p:sp>
      <p:pic>
        <p:nvPicPr>
          <p:cNvPr id="82" name="">
            <a:extLst xmlns:a="http://schemas.openxmlformats.org/drawingml/2006/main">
              <a:ext uri="{FF2B5EF4-FFF2-40B4-BE49-F238E27FC236}">
                <a16:creationId xmlns:a16="http://schemas.microsoft.com/office/drawing/2014/main" id="{A1DD133C-0F9F-43E1-A42F-D9DCAA7C3E24}"/>
              </a:ext>
            </a:extLst>
          </p:cNvPr>
          <p:cNvPicPr>
            <a:picLocks xmlns:a="http://schemas.openxmlformats.org/drawingml/2006/main" noChangeAspect="1"/>
          </p:cNvPicPr>
          <p:nvPr/>
        </p:nvPicPr>
        <p:blipFill>
          <a:blip xmlns:r="http://schemas.openxmlformats.org/officeDocument/2006/relationships" xmlns:a="http://schemas.openxmlformats.org/drawingml/2006/main" r:embed="R56eeb1b25dd54771"/>
          <a:stretch xmlns:a="http://schemas.openxmlformats.org/drawingml/2006/main"/>
        </p:blipFill>
        <p:spPr>
          <a:xfrm xmlns:a="http://schemas.openxmlformats.org/drawingml/2006/main">
            <a:off x="7943850" y="13858875"/>
            <a:ext cx="1562100" cy="1562100"/>
          </a:xfrm>
          <a:prstGeom xmlns:a="http://schemas.openxmlformats.org/drawingml/2006/main" prst="rect">
            <a:avLst/>
          </a:prstGeom>
        </p:spPr>
      </p:pic>
      <p:sp>
        <p:nvSpPr>
          <p:cNvPr id="83" name="QR caption">
            <a:extLst xmlns:a="http://schemas.openxmlformats.org/drawingml/2006/main">
              <a:ext uri="{FF2B5EF4-FFF2-40B4-BE49-F238E27FC236}">
                <a16:creationId xmlns:a16="http://schemas.microsoft.com/office/drawing/2014/main" id="{D4E93BE1-2A38-445C-A322-837FF895B489}"/>
              </a:ext>
            </a:extLst>
          </p:cNvPr>
          <p:cNvSpPr>
            <a:spLocks xmlns:a="http://schemas.openxmlformats.org/drawingml/2006/main" noGrp="1"/>
          </p:cNvSpPr>
          <p:nvPr/>
        </p:nvSpPr>
        <p:spPr>
          <a:xfrm xmlns:a="http://schemas.openxmlformats.org/drawingml/2006/main" rot="0">
            <a:off x="7991475" y="15478125"/>
            <a:ext cx="1619250" cy="2952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defRPr sz="1500" b="1">
                <a:solidFill>
                  <a:srgbClr val="002342"/>
                </a:solidFill>
                <a:latin typeface="Arial Narrow"/>
                <a:ea typeface="Arial Narrow"/>
                <a:cs typeface="Arial Narrow"/>
              </a:defRPr>
            </a:defPPr>
          </a:lstStyle>
          <a:p xmlns:a="http://schemas.openxmlformats.org/drawingml/2006/main">
            <a:pPr algn="l">
              <a:defRPr sz="1500" b="1">
                <a:solidFill>
                  <a:srgbClr val="002342"/>
                </a:solidFill>
                <a:latin typeface="Arial Narrow"/>
                <a:ea typeface="Arial Narrow"/>
                <a:cs typeface="Arial Narrow"/>
              </a:defRPr>
            </a:pPr>
            <a:r>
              <a:rPr sz="1500" b="1">
                <a:solidFill>
                  <a:srgbClr val="002342"/>
                </a:solidFill>
                <a:latin typeface="Arial Narrow"/>
                <a:ea typeface="Arial Narrow"/>
                <a:cs typeface="Arial Narrow"/>
              </a:rPr>
              <a:t>Scan to WhatsApp</a:t>
            </a:r>
          </a:p>
        </p:txBody>
      </p:sp>
      <p:sp>
        <p:nvSpPr>
          <p:cNvPr id="84" name="Outcomes heading">
            <a:extLst xmlns:a="http://schemas.openxmlformats.org/drawingml/2006/main">
              <a:ext uri="{FF2B5EF4-FFF2-40B4-BE49-F238E27FC236}">
                <a16:creationId xmlns:a16="http://schemas.microsoft.com/office/drawing/2014/main" id="{3C05A201-9557-454B-B3D8-4B4E6D886388}"/>
              </a:ext>
            </a:extLst>
          </p:cNvPr>
          <p:cNvSpPr>
            <a:spLocks xmlns:a="http://schemas.openxmlformats.org/drawingml/2006/main" noGrp="1"/>
          </p:cNvSpPr>
          <p:nvPr/>
        </p:nvSpPr>
        <p:spPr>
          <a:xfrm xmlns:a="http://schemas.openxmlformats.org/drawingml/2006/main" rot="0">
            <a:off x="457200" y="11068050"/>
            <a:ext cx="8905875" cy="3714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defRPr sz="2025" b="1">
                <a:solidFill>
                  <a:srgbClr val="002342"/>
                </a:solidFill>
                <a:latin typeface="Arial"/>
                <a:ea typeface="Arial"/>
                <a:cs typeface="Arial"/>
              </a:defRPr>
            </a:defPPr>
          </a:lstStyle>
          <a:p xmlns:a="http://schemas.openxmlformats.org/drawingml/2006/main">
            <a:pPr algn="l">
              <a:defRPr sz="2025" b="1">
                <a:solidFill>
                  <a:srgbClr val="002342"/>
                </a:solidFill>
                <a:latin typeface="Arial"/>
                <a:ea typeface="Arial"/>
                <a:cs typeface="Arial"/>
              </a:defRPr>
            </a:pPr>
            <a:r>
              <a:rPr sz="2025" b="1">
                <a:solidFill>
                  <a:srgbClr val="002342"/>
                </a:solidFill>
                <a:latin typeface="Arial"/>
                <a:ea typeface="Arial"/>
                <a:cs typeface="Arial"/>
              </a:rPr>
              <a:t>By the end of the camp, learners will have:</a:t>
            </a:r>
          </a:p>
        </p:txBody>
      </p:sp>
      <p:pic>
        <p:nvPicPr>
          <p:cNvPr id="85" name="">
            <a:extLst xmlns:a="http://schemas.openxmlformats.org/drawingml/2006/main">
              <a:ext uri="{FF2B5EF4-FFF2-40B4-BE49-F238E27FC236}">
                <a16:creationId xmlns:a16="http://schemas.microsoft.com/office/drawing/2014/main" id="{C932C6EE-30F3-4497-97E5-1D050C93B273}"/>
              </a:ext>
            </a:extLst>
          </p:cNvPr>
          <p:cNvPicPr>
            <a:picLocks xmlns:a="http://schemas.openxmlformats.org/drawingml/2006/main" noChangeAspect="1"/>
          </p:cNvPicPr>
          <p:nvPr/>
        </p:nvPicPr>
        <p:blipFill>
          <a:blip xmlns:r="http://schemas.openxmlformats.org/officeDocument/2006/relationships" xmlns:a="http://schemas.openxmlformats.org/drawingml/2006/main" r:embed="R4f462427094b4f5f"/>
          <a:stretch xmlns:a="http://schemas.openxmlformats.org/drawingml/2006/main"/>
        </p:blipFill>
        <p:spPr>
          <a:xfrm xmlns:a="http://schemas.openxmlformats.org/drawingml/2006/main">
            <a:off x="1247775" y="11581150"/>
            <a:ext cx="485775" cy="431125"/>
          </a:xfrm>
          <a:prstGeom xmlns:a="http://schemas.openxmlformats.org/drawingml/2006/main" prst="rect">
            <a:avLst/>
          </a:prstGeom>
        </p:spPr>
      </p:pic>
      <p:sp>
        <p:nvSpPr>
          <p:cNvPr id="86" name="Outcome 1">
            <a:extLst xmlns:a="http://schemas.openxmlformats.org/drawingml/2006/main">
              <a:ext uri="{FF2B5EF4-FFF2-40B4-BE49-F238E27FC236}">
                <a16:creationId xmlns:a16="http://schemas.microsoft.com/office/drawing/2014/main" id="{F9CAC121-6B13-4886-9579-BF2DAF2BDC8F}"/>
              </a:ext>
            </a:extLst>
          </p:cNvPr>
          <p:cNvSpPr>
            <a:spLocks xmlns:a="http://schemas.openxmlformats.org/drawingml/2006/main" noGrp="1"/>
          </p:cNvSpPr>
          <p:nvPr/>
        </p:nvSpPr>
        <p:spPr>
          <a:xfrm xmlns:a="http://schemas.openxmlformats.org/drawingml/2006/main" rot="0">
            <a:off x="581025" y="12115800"/>
            <a:ext cx="1809750"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ctr">
              <a:defRPr sz="1650" b="1">
                <a:solidFill>
                  <a:srgbClr val="00769B"/>
                </a:solidFill>
                <a:latin typeface="Arial"/>
                <a:ea typeface="Arial"/>
                <a:cs typeface="Arial"/>
              </a:defRPr>
            </a:defPPr>
          </a:lstStyle>
          <a:p xmlns:a="http://schemas.openxmlformats.org/drawingml/2006/main">
            <a:pPr algn="ctr">
              <a:defRPr sz="1650" b="1">
                <a:solidFill>
                  <a:srgbClr val="00769B"/>
                </a:solidFill>
                <a:latin typeface="Arial"/>
                <a:ea typeface="Arial"/>
                <a:cs typeface="Arial"/>
              </a:defRPr>
            </a:pPr>
            <a:r>
              <a:rPr sz="1650" b="1">
                <a:solidFill>
                  <a:srgbClr val="00769B"/>
                </a:solidFill>
                <a:latin typeface="Arial"/>
                <a:ea typeface="Arial"/>
                <a:cs typeface="Arial"/>
              </a:rPr>
              <a:t>Built a practical</a:t>
            </a:r>
          </a:p>
          <a:p xmlns:a="http://schemas.openxmlformats.org/drawingml/2006/main">
            <a:pPr algn="ctr">
              <a:defRPr sz="1650" b="1">
                <a:solidFill>
                  <a:srgbClr val="00769B"/>
                </a:solidFill>
                <a:latin typeface="Arial"/>
                <a:ea typeface="Arial"/>
                <a:cs typeface="Arial"/>
              </a:defRPr>
            </a:pPr>
            <a:r>
              <a:rPr sz="1650" b="1">
                <a:solidFill>
                  <a:srgbClr val="00769B"/>
                </a:solidFill>
                <a:latin typeface="Arial"/>
                <a:ea typeface="Arial"/>
                <a:cs typeface="Arial"/>
              </a:rPr>
              <a:t>portfolio project</a:t>
            </a:r>
          </a:p>
        </p:txBody>
      </p:sp>
      <p:pic>
        <p:nvPicPr>
          <p:cNvPr id="87" name="">
            <a:extLst xmlns:a="http://schemas.openxmlformats.org/drawingml/2006/main">
              <a:ext uri="{FF2B5EF4-FFF2-40B4-BE49-F238E27FC236}">
                <a16:creationId xmlns:a16="http://schemas.microsoft.com/office/drawing/2014/main" id="{2B28C76D-2CA7-4B65-86B5-6CDDA3351F4B}"/>
              </a:ext>
            </a:extLst>
          </p:cNvPr>
          <p:cNvPicPr>
            <a:picLocks xmlns:a="http://schemas.openxmlformats.org/drawingml/2006/main" noChangeAspect="1"/>
          </p:cNvPicPr>
          <p:nvPr/>
        </p:nvPicPr>
        <p:blipFill>
          <a:blip xmlns:r="http://schemas.openxmlformats.org/officeDocument/2006/relationships" xmlns:a="http://schemas.openxmlformats.org/drawingml/2006/main" r:embed="R723e22d694d54c7f"/>
          <a:stretch xmlns:a="http://schemas.openxmlformats.org/drawingml/2006/main"/>
        </p:blipFill>
        <p:spPr>
          <a:xfrm xmlns:a="http://schemas.openxmlformats.org/drawingml/2006/main">
            <a:off x="3590330" y="11572875"/>
            <a:ext cx="391716" cy="447675"/>
          </a:xfrm>
          <a:prstGeom xmlns:a="http://schemas.openxmlformats.org/drawingml/2006/main" prst="rect">
            <a:avLst/>
          </a:prstGeom>
        </p:spPr>
      </p:pic>
      <p:sp>
        <p:nvSpPr>
          <p:cNvPr id="88" name="Outcome 2">
            <a:extLst xmlns:a="http://schemas.openxmlformats.org/drawingml/2006/main">
              <a:ext uri="{FF2B5EF4-FFF2-40B4-BE49-F238E27FC236}">
                <a16:creationId xmlns:a16="http://schemas.microsoft.com/office/drawing/2014/main" id="{5A012C58-580E-4E74-B69C-971FFF513255}"/>
              </a:ext>
            </a:extLst>
          </p:cNvPr>
          <p:cNvSpPr>
            <a:spLocks xmlns:a="http://schemas.openxmlformats.org/drawingml/2006/main" noGrp="1"/>
          </p:cNvSpPr>
          <p:nvPr/>
        </p:nvSpPr>
        <p:spPr>
          <a:xfrm xmlns:a="http://schemas.openxmlformats.org/drawingml/2006/main" rot="0">
            <a:off x="2876550" y="12115800"/>
            <a:ext cx="1809750"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ctr">
              <a:defRPr sz="1650" b="1">
                <a:solidFill>
                  <a:srgbClr val="00769B"/>
                </a:solidFill>
                <a:latin typeface="Arial"/>
                <a:ea typeface="Arial"/>
                <a:cs typeface="Arial"/>
              </a:defRPr>
            </a:defPPr>
          </a:lstStyle>
          <a:p xmlns:a="http://schemas.openxmlformats.org/drawingml/2006/main">
            <a:pPr algn="ctr">
              <a:defRPr sz="1650" b="1">
                <a:solidFill>
                  <a:srgbClr val="00769B"/>
                </a:solidFill>
                <a:latin typeface="Arial"/>
                <a:ea typeface="Arial"/>
                <a:cs typeface="Arial"/>
              </a:defRPr>
            </a:pPr>
            <a:r>
              <a:rPr sz="1650" b="1">
                <a:solidFill>
                  <a:srgbClr val="00769B"/>
                </a:solidFill>
                <a:latin typeface="Arial"/>
                <a:ea typeface="Arial"/>
                <a:cs typeface="Arial"/>
              </a:rPr>
              <a:t>Analysed</a:t>
            </a:r>
          </a:p>
          <a:p xmlns:a="http://schemas.openxmlformats.org/drawingml/2006/main">
            <a:pPr algn="ctr">
              <a:defRPr sz="1650" b="1">
                <a:solidFill>
                  <a:srgbClr val="00769B"/>
                </a:solidFill>
                <a:latin typeface="Arial"/>
                <a:ea typeface="Arial"/>
                <a:cs typeface="Arial"/>
              </a:defRPr>
            </a:pPr>
            <a:r>
              <a:rPr sz="1650" b="1">
                <a:solidFill>
                  <a:srgbClr val="00769B"/>
                </a:solidFill>
                <a:latin typeface="Arial"/>
                <a:ea typeface="Arial"/>
                <a:cs typeface="Arial"/>
              </a:rPr>
              <a:t>real datasets</a:t>
            </a:r>
          </a:p>
        </p:txBody>
      </p:sp>
      <p:pic>
        <p:nvPicPr>
          <p:cNvPr id="89" name="">
            <a:extLst xmlns:a="http://schemas.openxmlformats.org/drawingml/2006/main">
              <a:ext uri="{FF2B5EF4-FFF2-40B4-BE49-F238E27FC236}">
                <a16:creationId xmlns:a16="http://schemas.microsoft.com/office/drawing/2014/main" id="{ED36575C-B2AC-4BA5-AE8D-F92AB75E4123}"/>
              </a:ext>
            </a:extLst>
          </p:cNvPr>
          <p:cNvPicPr>
            <a:picLocks xmlns:a="http://schemas.openxmlformats.org/drawingml/2006/main" noChangeAspect="1"/>
          </p:cNvPicPr>
          <p:nvPr/>
        </p:nvPicPr>
        <p:blipFill>
          <a:blip xmlns:r="http://schemas.openxmlformats.org/officeDocument/2006/relationships" xmlns:a="http://schemas.openxmlformats.org/drawingml/2006/main" r:embed="Rcab044e196114166"/>
          <a:stretch xmlns:a="http://schemas.openxmlformats.org/drawingml/2006/main"/>
        </p:blipFill>
        <p:spPr>
          <a:xfrm xmlns:a="http://schemas.openxmlformats.org/drawingml/2006/main">
            <a:off x="5857875" y="11572875"/>
            <a:ext cx="447675" cy="447675"/>
          </a:xfrm>
          <a:prstGeom xmlns:a="http://schemas.openxmlformats.org/drawingml/2006/main" prst="rect">
            <a:avLst/>
          </a:prstGeom>
        </p:spPr>
      </p:pic>
      <p:sp>
        <p:nvSpPr>
          <p:cNvPr id="90" name="Outcome 3">
            <a:extLst xmlns:a="http://schemas.openxmlformats.org/drawingml/2006/main">
              <a:ext uri="{FF2B5EF4-FFF2-40B4-BE49-F238E27FC236}">
                <a16:creationId xmlns:a16="http://schemas.microsoft.com/office/drawing/2014/main" id="{4E10FA84-F303-4F15-B6FA-AA224D640184}"/>
              </a:ext>
            </a:extLst>
          </p:cNvPr>
          <p:cNvSpPr>
            <a:spLocks xmlns:a="http://schemas.openxmlformats.org/drawingml/2006/main" noGrp="1"/>
          </p:cNvSpPr>
          <p:nvPr/>
        </p:nvSpPr>
        <p:spPr>
          <a:xfrm xmlns:a="http://schemas.openxmlformats.org/drawingml/2006/main" rot="0">
            <a:off x="5172075" y="12115800"/>
            <a:ext cx="1809750"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ctr">
              <a:defRPr sz="1650" b="1">
                <a:solidFill>
                  <a:srgbClr val="00769B"/>
                </a:solidFill>
                <a:latin typeface="Arial"/>
                <a:ea typeface="Arial"/>
                <a:cs typeface="Arial"/>
              </a:defRPr>
            </a:defPPr>
          </a:lstStyle>
          <a:p xmlns:a="http://schemas.openxmlformats.org/drawingml/2006/main">
            <a:pPr algn="ctr">
              <a:defRPr sz="1650" b="1">
                <a:solidFill>
                  <a:srgbClr val="00769B"/>
                </a:solidFill>
                <a:latin typeface="Arial"/>
                <a:ea typeface="Arial"/>
                <a:cs typeface="Arial"/>
              </a:defRPr>
            </a:pPr>
            <a:r>
              <a:rPr sz="1650" b="1">
                <a:solidFill>
                  <a:srgbClr val="00769B"/>
                </a:solidFill>
                <a:latin typeface="Arial"/>
                <a:ea typeface="Arial"/>
                <a:cs typeface="Arial"/>
              </a:rPr>
              <a:t>Created data</a:t>
            </a:r>
          </a:p>
          <a:p xmlns:a="http://schemas.openxmlformats.org/drawingml/2006/main">
            <a:pPr algn="ctr">
              <a:defRPr sz="1650" b="1">
                <a:solidFill>
                  <a:srgbClr val="00769B"/>
                </a:solidFill>
                <a:latin typeface="Arial"/>
                <a:ea typeface="Arial"/>
                <a:cs typeface="Arial"/>
              </a:defRPr>
            </a:pPr>
            <a:r>
              <a:rPr sz="1650" b="1">
                <a:solidFill>
                  <a:srgbClr val="00769B"/>
                </a:solidFill>
                <a:latin typeface="Arial"/>
                <a:ea typeface="Arial"/>
                <a:cs typeface="Arial"/>
              </a:rPr>
              <a:t>visualisations</a:t>
            </a:r>
          </a:p>
        </p:txBody>
      </p:sp>
      <p:pic>
        <p:nvPicPr>
          <p:cNvPr id="91" name="">
            <a:extLst xmlns:a="http://schemas.openxmlformats.org/drawingml/2006/main">
              <a:ext uri="{FF2B5EF4-FFF2-40B4-BE49-F238E27FC236}">
                <a16:creationId xmlns:a16="http://schemas.microsoft.com/office/drawing/2014/main" id="{6CD38AB0-D4AF-408D-822B-CAF93EBAF400}"/>
              </a:ext>
            </a:extLst>
          </p:cNvPr>
          <p:cNvPicPr>
            <a:picLocks xmlns:a="http://schemas.openxmlformats.org/drawingml/2006/main" noChangeAspect="1"/>
          </p:cNvPicPr>
          <p:nvPr/>
        </p:nvPicPr>
        <p:blipFill>
          <a:blip xmlns:r="http://schemas.openxmlformats.org/officeDocument/2006/relationships" xmlns:a="http://schemas.openxmlformats.org/drawingml/2006/main" r:embed="Ra42b4f61f02a4977"/>
          <a:stretch xmlns:a="http://schemas.openxmlformats.org/drawingml/2006/main"/>
        </p:blipFill>
        <p:spPr>
          <a:xfrm xmlns:a="http://schemas.openxmlformats.org/drawingml/2006/main">
            <a:off x="8153400" y="11572875"/>
            <a:ext cx="447675" cy="447675"/>
          </a:xfrm>
          <a:prstGeom xmlns:a="http://schemas.openxmlformats.org/drawingml/2006/main" prst="rect">
            <a:avLst/>
          </a:prstGeom>
        </p:spPr>
      </p:pic>
      <p:sp>
        <p:nvSpPr>
          <p:cNvPr id="92" name="Outcome 4">
            <a:extLst xmlns:a="http://schemas.openxmlformats.org/drawingml/2006/main">
              <a:ext uri="{FF2B5EF4-FFF2-40B4-BE49-F238E27FC236}">
                <a16:creationId xmlns:a16="http://schemas.microsoft.com/office/drawing/2014/main" id="{145FE7D8-73AA-44A2-8AE8-E7ABFB0FA1AC}"/>
              </a:ext>
            </a:extLst>
          </p:cNvPr>
          <p:cNvSpPr>
            <a:spLocks xmlns:a="http://schemas.openxmlformats.org/drawingml/2006/main" noGrp="1"/>
          </p:cNvSpPr>
          <p:nvPr/>
        </p:nvSpPr>
        <p:spPr>
          <a:xfrm xmlns:a="http://schemas.openxmlformats.org/drawingml/2006/main" rot="0">
            <a:off x="7467600" y="12115800"/>
            <a:ext cx="1809750"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ctr">
              <a:defRPr sz="1650" b="1">
                <a:solidFill>
                  <a:srgbClr val="6500BC"/>
                </a:solidFill>
                <a:latin typeface="Arial"/>
                <a:ea typeface="Arial"/>
                <a:cs typeface="Arial"/>
              </a:defRPr>
            </a:defPPr>
          </a:lstStyle>
          <a:p xmlns:a="http://schemas.openxmlformats.org/drawingml/2006/main">
            <a:pPr algn="ctr">
              <a:defRPr sz="1650" b="1">
                <a:solidFill>
                  <a:srgbClr val="6500BC"/>
                </a:solidFill>
                <a:latin typeface="Arial"/>
                <a:ea typeface="Arial"/>
                <a:cs typeface="Arial"/>
              </a:defRPr>
            </a:pPr>
            <a:r>
              <a:rPr sz="1650" b="1">
                <a:solidFill>
                  <a:srgbClr val="6500BC"/>
                </a:solidFill>
                <a:latin typeface="Arial"/>
                <a:ea typeface="Arial"/>
                <a:cs typeface="Arial"/>
              </a:rPr>
              <a:t>Built a</a:t>
            </a:r>
          </a:p>
          <a:p xmlns:a="http://schemas.openxmlformats.org/drawingml/2006/main">
            <a:pPr algn="ctr">
              <a:defRPr sz="1650" b="1">
                <a:solidFill>
                  <a:srgbClr val="6500BC"/>
                </a:solidFill>
                <a:latin typeface="Arial"/>
                <a:ea typeface="Arial"/>
                <a:cs typeface="Arial"/>
              </a:defRPr>
            </a:pPr>
            <a:r>
              <a:rPr sz="1650" b="1">
                <a:solidFill>
                  <a:srgbClr val="6500BC"/>
                </a:solidFill>
                <a:latin typeface="Arial"/>
                <a:ea typeface="Arial"/>
                <a:cs typeface="Arial"/>
              </a:rPr>
              <a:t>prediction model</a:t>
            </a:r>
          </a:p>
        </p:txBody>
      </p:sp>
      <p:sp>
        <p:nvSpPr>
          <p:cNvPr id="93" name="ML outcome qualifier">
            <a:extLst xmlns:a="http://schemas.openxmlformats.org/drawingml/2006/main">
              <a:ext uri="{FF2B5EF4-FFF2-40B4-BE49-F238E27FC236}">
                <a16:creationId xmlns:a16="http://schemas.microsoft.com/office/drawing/2014/main" id="{81B7404A-E455-4D83-AC0D-5F1273112220}"/>
              </a:ext>
            </a:extLst>
          </p:cNvPr>
          <p:cNvSpPr>
            <a:spLocks xmlns:a="http://schemas.openxmlformats.org/drawingml/2006/main" noGrp="1"/>
          </p:cNvSpPr>
          <p:nvPr/>
        </p:nvSpPr>
        <p:spPr>
          <a:xfrm xmlns:a="http://schemas.openxmlformats.org/drawingml/2006/main" rot="0">
            <a:off x="7277100" y="12677775"/>
            <a:ext cx="2200275"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ctr">
              <a:defRPr sz="1350" b="0">
                <a:solidFill>
                  <a:srgbClr val="6500BC"/>
                </a:solidFill>
                <a:latin typeface="Arial"/>
                <a:ea typeface="Arial"/>
                <a:cs typeface="Arial"/>
              </a:defRPr>
            </a:defPPr>
          </a:lstStyle>
          <a:p xmlns:a="http://schemas.openxmlformats.org/drawingml/2006/main">
            <a:pPr algn="ctr">
              <a:defRPr sz="1350" b="0">
                <a:solidFill>
                  <a:srgbClr val="6500BC"/>
                </a:solidFill>
                <a:latin typeface="Arial"/>
                <a:ea typeface="Arial"/>
                <a:cs typeface="Arial"/>
              </a:defRPr>
            </a:pPr>
            <a:r>
              <a:rPr sz="1350" b="0">
                <a:solidFill>
                  <a:srgbClr val="6500BC"/>
                </a:solidFill>
                <a:latin typeface="Arial"/>
                <a:ea typeface="Arial"/>
                <a:cs typeface="Arial"/>
              </a:rPr>
              <a:t>Machine Learning track</a:t>
            </a:r>
          </a:p>
        </p:txBody>
      </p:sp>
      <p:sp>
        <p:nvSpPr>
          <p:cNvPr id="94" name="Outcomes divider">
            <a:extLst xmlns:a="http://schemas.openxmlformats.org/drawingml/2006/main">
              <a:ext uri="{FF2B5EF4-FFF2-40B4-BE49-F238E27FC236}">
                <a16:creationId xmlns:a16="http://schemas.microsoft.com/office/drawing/2014/main" id="{B71E8947-4A9F-4138-8607-D2DA4ECD380E}"/>
              </a:ext>
            </a:extLst>
          </p:cNvPr>
          <p:cNvSpPr>
            <a:spLocks xmlns:a="http://schemas.openxmlformats.org/drawingml/2006/main" noGrp="1"/>
          </p:cNvSpPr>
          <p:nvPr/>
        </p:nvSpPr>
        <p:spPr>
          <a:xfrm xmlns:a="http://schemas.openxmlformats.org/drawingml/2006/main" rot="0">
            <a:off x="466725" y="12992100"/>
            <a:ext cx="8829675" cy="9525"/>
          </a:xfrm>
          <a:prstGeom xmlns:a="http://schemas.openxmlformats.org/drawingml/2006/main" prst="rect">
            <a:avLst/>
          </a:prstGeom>
          <a:solidFill xmlns:a="http://schemas.openxmlformats.org/drawingml/2006/main">
            <a:srgbClr val="CFDEE8"/>
          </a:solidFill>
          <a:ln xmlns:a="http://schemas.openxmlformats.org/drawingml/2006/main" w="0">
            <a:noFill/>
          </a:ln>
        </p:spPr>
      </p:sp>
      <p:sp>
        <p:nvSpPr>
          <p:cNvPr id="95" name="Audience banner">
            <a:extLst xmlns:a="http://schemas.openxmlformats.org/drawingml/2006/main">
              <a:ext uri="{FF2B5EF4-FFF2-40B4-BE49-F238E27FC236}">
                <a16:creationId xmlns:a16="http://schemas.microsoft.com/office/drawing/2014/main" id="{CA780155-901D-487A-994C-5F5D1A59F077}"/>
              </a:ext>
            </a:extLst>
          </p:cNvPr>
          <p:cNvSpPr>
            <a:spLocks xmlns:a="http://schemas.openxmlformats.org/drawingml/2006/main" noGrp="1"/>
          </p:cNvSpPr>
          <p:nvPr/>
        </p:nvSpPr>
        <p:spPr>
          <a:xfrm xmlns:a="http://schemas.openxmlformats.org/drawingml/2006/main" rot="0">
            <a:off x="295275" y="4895850"/>
            <a:ext cx="5095875" cy="923925"/>
          </a:xfrm>
          <a:prstGeom xmlns:a="http://schemas.openxmlformats.org/drawingml/2006/main" prst="roundRect">
            <a:avLst>
              <a:gd name="adj" fmla="val 12371"/>
            </a:avLst>
          </a:prstGeom>
          <a:solidFill xmlns:a="http://schemas.openxmlformats.org/drawingml/2006/main">
            <a:srgbClr val="002342"/>
          </a:solidFill>
          <a:ln xmlns:a="http://schemas.openxmlformats.org/drawingml/2006/main" w="0">
            <a:noFill/>
          </a:ln>
        </p:spPr>
      </p:sp>
      <p:sp>
        <p:nvSpPr>
          <p:cNvPr id="96" name="Audience">
            <a:extLst xmlns:a="http://schemas.openxmlformats.org/drawingml/2006/main">
              <a:ext uri="{FF2B5EF4-FFF2-40B4-BE49-F238E27FC236}">
                <a16:creationId xmlns:a16="http://schemas.microsoft.com/office/drawing/2014/main" id="{E13A0A5F-985D-4E8E-8086-72D13F8A7012}"/>
              </a:ext>
            </a:extLst>
          </p:cNvPr>
          <p:cNvSpPr>
            <a:spLocks xmlns:a="http://schemas.openxmlformats.org/drawingml/2006/main" noGrp="1"/>
          </p:cNvSpPr>
          <p:nvPr/>
        </p:nvSpPr>
        <p:spPr>
          <a:xfrm xmlns:a="http://schemas.openxmlformats.org/drawingml/2006/main" rot="0">
            <a:off x="466725" y="4991100"/>
            <a:ext cx="4772025" cy="7715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defRPr sz="2400" b="1">
                <a:solidFill>
                  <a:srgbClr val="FFFFFF"/>
                </a:solidFill>
                <a:latin typeface="Arial"/>
                <a:ea typeface="Arial"/>
                <a:cs typeface="Arial"/>
              </a:defRPr>
            </a:defPPr>
          </a:lstStyle>
          <a:p xmlns:a="http://schemas.openxmlformats.org/drawingml/2006/main">
            <a:pPr algn="l">
              <a:defRPr sz="2400" b="1">
                <a:solidFill>
                  <a:srgbClr val="FFFFFF"/>
                </a:solidFill>
                <a:latin typeface="Arial"/>
                <a:ea typeface="Arial"/>
                <a:cs typeface="Arial"/>
              </a:defRPr>
            </a:pPr>
            <a:r>
              <a:rPr sz="2400" b="1">
                <a:solidFill>
                  <a:srgbClr val="FFFFFF"/>
                </a:solidFill>
                <a:latin typeface="Arial"/>
                <a:ea typeface="Arial"/>
                <a:cs typeface="Arial"/>
              </a:rPr>
              <a:t>For S.4, S.5 &amp; S.6 students</a:t>
            </a:r>
          </a:p>
          <a:p xmlns:a="http://schemas.openxmlformats.org/drawingml/2006/main">
            <a:pPr algn="l">
              <a:defRPr sz="2400" b="1">
                <a:solidFill>
                  <a:srgbClr val="FFFFFF"/>
                </a:solidFill>
                <a:latin typeface="Arial"/>
                <a:ea typeface="Arial"/>
                <a:cs typeface="Arial"/>
              </a:defRPr>
            </a:pPr>
            <a:r>
              <a:rPr sz="2400" b="1">
                <a:solidFill>
                  <a:srgbClr val="FFFFFF"/>
                </a:solidFill>
                <a:latin typeface="Arial"/>
                <a:ea typeface="Arial"/>
                <a:cs typeface="Arial"/>
              </a:rPr>
              <a:t>and school leavers</a:t>
            </a:r>
          </a:p>
        </p:txBody>
      </p:sp>
      <p:sp>
        <p:nvSpPr>
          <p:cNvPr id="97" name="Tutor credentials panel">
            <a:extLst xmlns:a="http://schemas.openxmlformats.org/drawingml/2006/main">
              <a:ext uri="{FF2B5EF4-FFF2-40B4-BE49-F238E27FC236}">
                <a16:creationId xmlns:a16="http://schemas.microsoft.com/office/drawing/2014/main" id="{46EE288D-0EED-418B-9BAC-2A4593D25F88}"/>
              </a:ext>
            </a:extLst>
          </p:cNvPr>
          <p:cNvSpPr>
            <a:spLocks xmlns:a="http://schemas.openxmlformats.org/drawingml/2006/main" noGrp="1"/>
          </p:cNvSpPr>
          <p:nvPr/>
        </p:nvSpPr>
        <p:spPr>
          <a:xfrm xmlns:a="http://schemas.openxmlformats.org/drawingml/2006/main" rot="0">
            <a:off x="5810250" y="466725"/>
            <a:ext cx="3714750" cy="5353050"/>
          </a:xfrm>
          <a:prstGeom xmlns:a="http://schemas.openxmlformats.org/drawingml/2006/main" prst="roundRect">
            <a:avLst>
              <a:gd name="adj" fmla="val 3077"/>
            </a:avLst>
          </a:prstGeom>
          <a:solidFill xmlns:a="http://schemas.openxmlformats.org/drawingml/2006/main">
            <a:srgbClr val="002342"/>
          </a:solidFill>
          <a:ln xmlns:a="http://schemas.openxmlformats.org/drawingml/2006/main" w="0">
            <a:noFill/>
          </a:ln>
        </p:spPr>
      </p:sp>
      <p:sp>
        <p:nvSpPr>
          <p:cNvPr id="98" name="Tutor accent">
            <a:extLst xmlns:a="http://schemas.openxmlformats.org/drawingml/2006/main">
              <a:ext uri="{FF2B5EF4-FFF2-40B4-BE49-F238E27FC236}">
                <a16:creationId xmlns:a16="http://schemas.microsoft.com/office/drawing/2014/main" id="{25328BEE-8C45-4DE1-ABAD-A4107688C5A1}"/>
              </a:ext>
            </a:extLst>
          </p:cNvPr>
          <p:cNvSpPr>
            <a:spLocks xmlns:a="http://schemas.openxmlformats.org/drawingml/2006/main" noGrp="1"/>
          </p:cNvSpPr>
          <p:nvPr/>
        </p:nvSpPr>
        <p:spPr>
          <a:xfrm xmlns:a="http://schemas.openxmlformats.org/drawingml/2006/main" rot="0">
            <a:off x="6038850" y="733425"/>
            <a:ext cx="438150" cy="47625"/>
          </a:xfrm>
          <a:prstGeom xmlns:a="http://schemas.openxmlformats.org/drawingml/2006/main" prst="rect">
            <a:avLst/>
          </a:prstGeom>
          <a:solidFill xmlns:a="http://schemas.openxmlformats.org/drawingml/2006/main">
            <a:srgbClr val="00B394"/>
          </a:solidFill>
          <a:ln xmlns:a="http://schemas.openxmlformats.org/drawingml/2006/main" w="0">
            <a:noFill/>
          </a:ln>
        </p:spPr>
      </p:sp>
      <p:sp>
        <p:nvSpPr>
          <p:cNvPr id="99" name="Tutor label">
            <a:extLst xmlns:a="http://schemas.openxmlformats.org/drawingml/2006/main">
              <a:ext uri="{FF2B5EF4-FFF2-40B4-BE49-F238E27FC236}">
                <a16:creationId xmlns:a16="http://schemas.microsoft.com/office/drawing/2014/main" id="{C24844B3-A104-426C-A34E-052B0673A55A}"/>
              </a:ext>
            </a:extLst>
          </p:cNvPr>
          <p:cNvSpPr>
            <a:spLocks xmlns:a="http://schemas.openxmlformats.org/drawingml/2006/main" noGrp="1"/>
          </p:cNvSpPr>
          <p:nvPr/>
        </p:nvSpPr>
        <p:spPr>
          <a:xfrm xmlns:a="http://schemas.openxmlformats.org/drawingml/2006/main" rot="0">
            <a:off x="6038850" y="914400"/>
            <a:ext cx="32385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defRPr sz="1575" b="1">
                <a:solidFill>
                  <a:srgbClr val="79E2DA"/>
                </a:solidFill>
                <a:latin typeface="Arial"/>
                <a:ea typeface="Arial"/>
                <a:cs typeface="Arial"/>
              </a:defRPr>
            </a:defPPr>
          </a:lstStyle>
          <a:p xmlns:a="http://schemas.openxmlformats.org/drawingml/2006/main">
            <a:pPr algn="l">
              <a:defRPr sz="1575" b="1">
                <a:solidFill>
                  <a:srgbClr val="79E2DA"/>
                </a:solidFill>
                <a:latin typeface="Arial"/>
                <a:ea typeface="Arial"/>
                <a:cs typeface="Arial"/>
              </a:defRPr>
            </a:pPr>
            <a:r>
              <a:rPr sz="1575" b="1">
                <a:solidFill>
                  <a:srgbClr val="79E2DA"/>
                </a:solidFill>
                <a:latin typeface="Arial"/>
                <a:ea typeface="Arial"/>
                <a:cs typeface="Arial"/>
              </a:rPr>
              <a:t>MAIN TUTOR</a:t>
            </a:r>
          </a:p>
        </p:txBody>
      </p:sp>
      <p:sp>
        <p:nvSpPr>
          <p:cNvPr id="100" name="Tutor name">
            <a:extLst xmlns:a="http://schemas.openxmlformats.org/drawingml/2006/main">
              <a:ext uri="{FF2B5EF4-FFF2-40B4-BE49-F238E27FC236}">
                <a16:creationId xmlns:a16="http://schemas.microsoft.com/office/drawing/2014/main" id="{BD69E6A0-CEAB-4259-95EB-1E68285FD4BE}"/>
              </a:ext>
            </a:extLst>
          </p:cNvPr>
          <p:cNvSpPr>
            <a:spLocks xmlns:a="http://schemas.openxmlformats.org/drawingml/2006/main" noGrp="1"/>
          </p:cNvSpPr>
          <p:nvPr/>
        </p:nvSpPr>
        <p:spPr>
          <a:xfrm xmlns:a="http://schemas.openxmlformats.org/drawingml/2006/main" rot="0">
            <a:off x="6038850" y="1304925"/>
            <a:ext cx="3238500" cy="8477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defRPr sz="2700" b="1">
                <a:solidFill>
                  <a:srgbClr val="FFFFFF"/>
                </a:solidFill>
                <a:latin typeface="Arial"/>
                <a:ea typeface="Arial"/>
                <a:cs typeface="Arial"/>
              </a:defRPr>
            </a:defPPr>
          </a:lstStyle>
          <a:p xmlns:a="http://schemas.openxmlformats.org/drawingml/2006/main">
            <a:pPr algn="l">
              <a:defRPr sz="2700" b="1">
                <a:solidFill>
                  <a:srgbClr val="FFFFFF"/>
                </a:solidFill>
                <a:latin typeface="Arial"/>
                <a:ea typeface="Arial"/>
                <a:cs typeface="Arial"/>
              </a:defRPr>
            </a:pPr>
            <a:r>
              <a:rPr sz="2700" b="1">
                <a:solidFill>
                  <a:srgbClr val="FFFFFF"/>
                </a:solidFill>
                <a:latin typeface="Arial"/>
                <a:ea typeface="Arial"/>
                <a:cs typeface="Arial"/>
              </a:rPr>
              <a:t>Jotham</a:t>
            </a:r>
          </a:p>
          <a:p xmlns:a="http://schemas.openxmlformats.org/drawingml/2006/main">
            <a:pPr algn="l">
              <a:defRPr sz="2700" b="1">
                <a:solidFill>
                  <a:srgbClr val="FFFFFF"/>
                </a:solidFill>
                <a:latin typeface="Arial"/>
                <a:ea typeface="Arial"/>
                <a:cs typeface="Arial"/>
              </a:defRPr>
            </a:pPr>
            <a:r>
              <a:rPr sz="2700" b="1">
                <a:solidFill>
                  <a:srgbClr val="FFFFFF"/>
                </a:solidFill>
                <a:latin typeface="Arial"/>
                <a:ea typeface="Arial"/>
                <a:cs typeface="Arial"/>
              </a:rPr>
              <a:t>Martin Wambi</a:t>
            </a:r>
          </a:p>
        </p:txBody>
      </p:sp>
      <p:sp>
        <p:nvSpPr>
          <p:cNvPr id="101" name="Tutor profession">
            <a:extLst xmlns:a="http://schemas.openxmlformats.org/drawingml/2006/main">
              <a:ext uri="{FF2B5EF4-FFF2-40B4-BE49-F238E27FC236}">
                <a16:creationId xmlns:a16="http://schemas.microsoft.com/office/drawing/2014/main" id="{7AD3484D-8835-406C-9BF5-74B38D7FD664}"/>
              </a:ext>
            </a:extLst>
          </p:cNvPr>
          <p:cNvSpPr>
            <a:spLocks xmlns:a="http://schemas.openxmlformats.org/drawingml/2006/main" noGrp="1"/>
          </p:cNvSpPr>
          <p:nvPr/>
        </p:nvSpPr>
        <p:spPr>
          <a:xfrm xmlns:a="http://schemas.openxmlformats.org/drawingml/2006/main" rot="0">
            <a:off x="6038850" y="2266950"/>
            <a:ext cx="3238500"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defRPr sz="1875" b="0">
                <a:solidFill>
                  <a:srgbClr val="FFFFFF"/>
                </a:solidFill>
                <a:latin typeface="Arial"/>
                <a:ea typeface="Arial"/>
                <a:cs typeface="Arial"/>
              </a:defRPr>
            </a:defPPr>
          </a:lstStyle>
          <a:p xmlns:a="http://schemas.openxmlformats.org/drawingml/2006/main">
            <a:pPr algn="l">
              <a:defRPr sz="1875" b="0">
                <a:solidFill>
                  <a:srgbClr val="FFFFFF"/>
                </a:solidFill>
                <a:latin typeface="Arial"/>
                <a:ea typeface="Arial"/>
                <a:cs typeface="Arial"/>
              </a:defRPr>
            </a:pPr>
            <a:r>
              <a:rPr sz="1875" b="0">
                <a:solidFill>
                  <a:srgbClr val="FFFFFF"/>
                </a:solidFill>
                <a:latin typeface="Arial"/>
                <a:ea typeface="Arial"/>
                <a:cs typeface="Arial"/>
              </a:rPr>
              <a:t>Data Scientist &amp;</a:t>
            </a:r>
          </a:p>
          <a:p xmlns:a="http://schemas.openxmlformats.org/drawingml/2006/main">
            <a:pPr algn="l">
              <a:defRPr sz="1875" b="0">
                <a:solidFill>
                  <a:srgbClr val="FFFFFF"/>
                </a:solidFill>
                <a:latin typeface="Arial"/>
                <a:ea typeface="Arial"/>
                <a:cs typeface="Arial"/>
              </a:defRPr>
            </a:pPr>
            <a:r>
              <a:rPr sz="1875" b="0">
                <a:solidFill>
                  <a:srgbClr val="FFFFFF"/>
                </a:solidFill>
                <a:latin typeface="Arial"/>
                <a:ea typeface="Arial"/>
                <a:cs typeface="Arial"/>
              </a:rPr>
              <a:t>ML/AI Engineer</a:t>
            </a:r>
          </a:p>
        </p:txBody>
      </p:sp>
      <p:sp>
        <p:nvSpPr>
          <p:cNvPr id="102" name="Credentials divider">
            <a:extLst xmlns:a="http://schemas.openxmlformats.org/drawingml/2006/main">
              <a:ext uri="{FF2B5EF4-FFF2-40B4-BE49-F238E27FC236}">
                <a16:creationId xmlns:a16="http://schemas.microsoft.com/office/drawing/2014/main" id="{516FB443-DB23-4A56-B814-5B2190BA6220}"/>
              </a:ext>
            </a:extLst>
          </p:cNvPr>
          <p:cNvSpPr>
            <a:spLocks xmlns:a="http://schemas.openxmlformats.org/drawingml/2006/main" noGrp="1"/>
          </p:cNvSpPr>
          <p:nvPr/>
        </p:nvSpPr>
        <p:spPr>
          <a:xfrm xmlns:a="http://schemas.openxmlformats.org/drawingml/2006/main" rot="0">
            <a:off x="6038850" y="3000375"/>
            <a:ext cx="3257550" cy="9525"/>
          </a:xfrm>
          <a:prstGeom xmlns:a="http://schemas.openxmlformats.org/drawingml/2006/main" prst="rect">
            <a:avLst/>
          </a:prstGeom>
          <a:solidFill xmlns:a="http://schemas.openxmlformats.org/drawingml/2006/main">
            <a:srgbClr val="497086"/>
          </a:solidFill>
          <a:ln xmlns:a="http://schemas.openxmlformats.org/drawingml/2006/main" w="0">
            <a:noFill/>
          </a:ln>
        </p:spPr>
      </p:sp>
      <p:sp>
        <p:nvSpPr>
          <p:cNvPr id="103" name="Lecturer label">
            <a:extLst xmlns:a="http://schemas.openxmlformats.org/drawingml/2006/main">
              <a:ext uri="{FF2B5EF4-FFF2-40B4-BE49-F238E27FC236}">
                <a16:creationId xmlns:a16="http://schemas.microsoft.com/office/drawing/2014/main" id="{BA19522F-E821-4FA6-9ED6-2F85E7B5E7E6}"/>
              </a:ext>
            </a:extLst>
          </p:cNvPr>
          <p:cNvSpPr>
            <a:spLocks xmlns:a="http://schemas.openxmlformats.org/drawingml/2006/main" noGrp="1"/>
          </p:cNvSpPr>
          <p:nvPr/>
        </p:nvSpPr>
        <p:spPr>
          <a:xfrm xmlns:a="http://schemas.openxmlformats.org/drawingml/2006/main" rot="0">
            <a:off x="6038850" y="3219450"/>
            <a:ext cx="3257550"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defRPr sz="1350" b="1">
                <a:solidFill>
                  <a:srgbClr val="79E2DA"/>
                </a:solidFill>
                <a:latin typeface="Arial"/>
                <a:ea typeface="Arial"/>
                <a:cs typeface="Arial"/>
              </a:defRPr>
            </a:defPPr>
          </a:lstStyle>
          <a:p xmlns:a="http://schemas.openxmlformats.org/drawingml/2006/main">
            <a:pPr algn="l">
              <a:defRPr sz="1350" b="1">
                <a:solidFill>
                  <a:srgbClr val="79E2DA"/>
                </a:solidFill>
                <a:latin typeface="Arial"/>
                <a:ea typeface="Arial"/>
                <a:cs typeface="Arial"/>
              </a:defRPr>
            </a:pPr>
            <a:r>
              <a:rPr sz="1350" b="1">
                <a:solidFill>
                  <a:srgbClr val="79E2DA"/>
                </a:solidFill>
                <a:latin typeface="Arial"/>
                <a:ea typeface="Arial"/>
                <a:cs typeface="Arial"/>
              </a:rPr>
              <a:t>LECTURER</a:t>
            </a:r>
          </a:p>
        </p:txBody>
      </p:sp>
      <p:sp>
        <p:nvSpPr>
          <p:cNvPr id="104" name="Tutor institution">
            <a:extLst xmlns:a="http://schemas.openxmlformats.org/drawingml/2006/main">
              <a:ext uri="{FF2B5EF4-FFF2-40B4-BE49-F238E27FC236}">
                <a16:creationId xmlns:a16="http://schemas.microsoft.com/office/drawing/2014/main" id="{9AAF5EC9-04B0-4A26-B354-099BD4F76581}"/>
              </a:ext>
            </a:extLst>
          </p:cNvPr>
          <p:cNvSpPr>
            <a:spLocks xmlns:a="http://schemas.openxmlformats.org/drawingml/2006/main" noGrp="1"/>
          </p:cNvSpPr>
          <p:nvPr/>
        </p:nvSpPr>
        <p:spPr>
          <a:xfrm xmlns:a="http://schemas.openxmlformats.org/drawingml/2006/main" rot="0">
            <a:off x="6038850" y="3552825"/>
            <a:ext cx="3257550" cy="895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defRPr sz="1725" b="0">
                <a:solidFill>
                  <a:srgbClr val="FFFFFF"/>
                </a:solidFill>
                <a:latin typeface="Arial"/>
                <a:ea typeface="Arial"/>
                <a:cs typeface="Arial"/>
              </a:defRPr>
            </a:defPPr>
          </a:lstStyle>
          <a:p xmlns:a="http://schemas.openxmlformats.org/drawingml/2006/main">
            <a:pPr algn="l">
              <a:defRPr sz="1725" b="0">
                <a:solidFill>
                  <a:srgbClr val="FFFFFF"/>
                </a:solidFill>
                <a:latin typeface="Arial"/>
                <a:ea typeface="Arial"/>
                <a:cs typeface="Arial"/>
              </a:defRPr>
            </a:pPr>
            <a:r>
              <a:rPr sz="1725" b="0">
                <a:solidFill>
                  <a:srgbClr val="FFFFFF"/>
                </a:solidFill>
                <a:latin typeface="Arial"/>
                <a:ea typeface="Arial"/>
                <a:cs typeface="Arial"/>
              </a:rPr>
              <a:t>AI &amp; Machine Learning</a:t>
            </a:r>
          </a:p>
          <a:p xmlns:a="http://schemas.openxmlformats.org/drawingml/2006/main">
            <a:pPr algn="l">
              <a:defRPr sz="1725" b="0">
                <a:solidFill>
                  <a:srgbClr val="FFFFFF"/>
                </a:solidFill>
                <a:latin typeface="Arial"/>
                <a:ea typeface="Arial"/>
                <a:cs typeface="Arial"/>
              </a:defRPr>
            </a:pPr>
            <a:r>
              <a:rPr sz="1725" b="0">
                <a:solidFill>
                  <a:srgbClr val="FFFFFF"/>
                </a:solidFill>
                <a:latin typeface="Arial"/>
                <a:ea typeface="Arial"/>
                <a:cs typeface="Arial"/>
              </a:rPr>
              <a:t>International University</a:t>
            </a:r>
          </a:p>
          <a:p xmlns:a="http://schemas.openxmlformats.org/drawingml/2006/main">
            <a:pPr algn="l">
              <a:defRPr sz="1725" b="0">
                <a:solidFill>
                  <a:srgbClr val="FFFFFF"/>
                </a:solidFill>
                <a:latin typeface="Arial"/>
                <a:ea typeface="Arial"/>
                <a:cs typeface="Arial"/>
              </a:defRPr>
            </a:pPr>
            <a:r>
              <a:rPr sz="1725" b="0">
                <a:solidFill>
                  <a:srgbClr val="FFFFFF"/>
                </a:solidFill>
                <a:latin typeface="Arial"/>
                <a:ea typeface="Arial"/>
                <a:cs typeface="Arial"/>
              </a:rPr>
              <a:t>of East Africa (IUEA)</a:t>
            </a:r>
          </a:p>
        </p:txBody>
      </p:sp>
      <p:sp>
        <p:nvSpPr>
          <p:cNvPr id="105" name="Masters credential">
            <a:extLst xmlns:a="http://schemas.openxmlformats.org/drawingml/2006/main">
              <a:ext uri="{FF2B5EF4-FFF2-40B4-BE49-F238E27FC236}">
                <a16:creationId xmlns:a16="http://schemas.microsoft.com/office/drawing/2014/main" id="{07D9CA8E-F60A-42CB-9A22-EFA2BFC4472C}"/>
              </a:ext>
            </a:extLst>
          </p:cNvPr>
          <p:cNvSpPr>
            <a:spLocks xmlns:a="http://schemas.openxmlformats.org/drawingml/2006/main" noGrp="1"/>
          </p:cNvSpPr>
          <p:nvPr/>
        </p:nvSpPr>
        <p:spPr>
          <a:xfrm xmlns:a="http://schemas.openxmlformats.org/drawingml/2006/main" rot="0">
            <a:off x="6038850" y="4533900"/>
            <a:ext cx="3257550" cy="5619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defRPr sz="1725" b="1">
                <a:solidFill>
                  <a:srgbClr val="FFFFFF"/>
                </a:solidFill>
                <a:latin typeface="Arial"/>
                <a:ea typeface="Arial"/>
                <a:cs typeface="Arial"/>
              </a:defRPr>
            </a:defPPr>
          </a:lstStyle>
          <a:p xmlns:a="http://schemas.openxmlformats.org/drawingml/2006/main">
            <a:pPr algn="l">
              <a:defRPr sz="1725" b="1">
                <a:solidFill>
                  <a:srgbClr val="FFFFFF"/>
                </a:solidFill>
                <a:latin typeface="Arial"/>
                <a:ea typeface="Arial"/>
                <a:cs typeface="Arial"/>
              </a:defRPr>
            </a:pPr>
            <a:r>
              <a:rPr sz="1725" b="1">
                <a:solidFill>
                  <a:srgbClr val="FFFFFF"/>
                </a:solidFill>
                <a:latin typeface="Arial"/>
                <a:ea typeface="Arial"/>
                <a:cs typeface="Arial"/>
              </a:rPr>
              <a:t>Master’s — Yamaguchi</a:t>
            </a:r>
          </a:p>
          <a:p xmlns:a="http://schemas.openxmlformats.org/drawingml/2006/main">
            <a:pPr algn="l">
              <a:defRPr sz="1725" b="1">
                <a:solidFill>
                  <a:srgbClr val="FFFFFF"/>
                </a:solidFill>
                <a:latin typeface="Arial"/>
                <a:ea typeface="Arial"/>
                <a:cs typeface="Arial"/>
              </a:defRPr>
            </a:pPr>
            <a:r>
              <a:rPr sz="1725" b="1">
                <a:solidFill>
                  <a:srgbClr val="FFFFFF"/>
                </a:solidFill>
                <a:latin typeface="Arial"/>
                <a:ea typeface="Arial"/>
                <a:cs typeface="Arial"/>
              </a:rPr>
              <a:t>University, Japan</a:t>
            </a:r>
          </a:p>
        </p:txBody>
      </p:sp>
      <p:sp>
        <p:nvSpPr>
          <p:cNvPr id="106" name="Doctoral credential">
            <a:extLst xmlns:a="http://schemas.openxmlformats.org/drawingml/2006/main">
              <a:ext uri="{FF2B5EF4-FFF2-40B4-BE49-F238E27FC236}">
                <a16:creationId xmlns:a16="http://schemas.microsoft.com/office/drawing/2014/main" id="{9320435B-4768-4F6E-BFED-B8031E3A65AB}"/>
              </a:ext>
            </a:extLst>
          </p:cNvPr>
          <p:cNvSpPr>
            <a:spLocks xmlns:a="http://schemas.openxmlformats.org/drawingml/2006/main" noGrp="1"/>
          </p:cNvSpPr>
          <p:nvPr/>
        </p:nvSpPr>
        <p:spPr>
          <a:xfrm xmlns:a="http://schemas.openxmlformats.org/drawingml/2006/main" rot="0">
            <a:off x="6038850" y="5210175"/>
            <a:ext cx="3257550" cy="5429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defRPr sz="1575" b="0">
                <a:solidFill>
                  <a:srgbClr val="FFFFFF"/>
                </a:solidFill>
                <a:latin typeface="Arial"/>
                <a:ea typeface="Arial"/>
                <a:cs typeface="Arial"/>
              </a:defRPr>
            </a:defPPr>
          </a:lstStyle>
          <a:p xmlns:a="http://schemas.openxmlformats.org/drawingml/2006/main">
            <a:pPr algn="l">
              <a:defRPr sz="1575" b="0">
                <a:solidFill>
                  <a:srgbClr val="FFFFFF"/>
                </a:solidFill>
                <a:latin typeface="Arial"/>
                <a:ea typeface="Arial"/>
                <a:cs typeface="Arial"/>
              </a:defRPr>
            </a:pPr>
            <a:r>
              <a:rPr sz="1575" b="0">
                <a:solidFill>
                  <a:srgbClr val="FFFFFF"/>
                </a:solidFill>
                <a:latin typeface="Arial"/>
                <a:ea typeface="Arial"/>
                <a:cs typeface="Arial"/>
              </a:rPr>
              <a:t>Incoming PhD student</a:t>
            </a:r>
          </a:p>
          <a:p xmlns:a="http://schemas.openxmlformats.org/drawingml/2006/main">
            <a:pPr algn="l">
              <a:defRPr sz="1575" b="0">
                <a:solidFill>
                  <a:srgbClr val="FFFFFF"/>
                </a:solidFill>
                <a:latin typeface="Arial"/>
                <a:ea typeface="Arial"/>
                <a:cs typeface="Arial"/>
              </a:defRPr>
            </a:pPr>
            <a:r>
              <a:rPr sz="1575" b="0">
                <a:solidFill>
                  <a:srgbClr val="FFFFFF"/>
                </a:solidFill>
                <a:latin typeface="Arial"/>
                <a:ea typeface="Arial"/>
                <a:cs typeface="Arial"/>
              </a:rPr>
              <a:t>OMU, Japan</a:t>
            </a:r>
          </a:p>
        </p:txBody>
      </p:sp>
    </p:spTree>
    <p:extLst>
      <p:ext uri="{BB962C8B-B14F-4D97-AF65-F5344CB8AC3E}">
        <p14:creationId xmlns:p14="http://schemas.microsoft.com/office/powerpoint/2010/main" val="611090441"/>
      </p:ext>
    </p:extLst>
  </p:cSld>
</p:sld>
</file>

<file path=ppt/theme/theme1.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Aptos"/>
        <a:ea typeface=""/>
        <a:cs typeface=""/>
      </a:majorFont>
      <a:minorFont>
        <a:latin typeface="Aptos"/>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docProps/app.xml><?xml version="1.0" encoding="utf-8"?>
<ap:Properties xmlns:ap="http://schemas.openxmlformats.org/officeDocument/2006/extended-properties">
  <ap:Application>Walnut Exporter</ap:Application>
  <ap:PresentationFormat>Converted Presentation</ap:PresentationFormat>
  <ap:Slides>0</ap:Slides>
  <ap:Notes>0</ap:Notes>
  <ap:HiddenSlides>0</ap:HiddenSlides>
  <ap:SharedDoc>false</ap:SharedDoc>
  <ap:DocSecurity>0</ap:DocSecurity>
</ap:Properties>
</file>

<file path=docProps/core.xml><?xml version="1.0" encoding="utf-8"?>
<coreProperties xmlns:dc="http://purl.org/dc/elements/1.1/" xmlns:dcterms="http://purl.org/dc/terms/" xmlns:xsi="http://www.w3.org/2001/XMLSchema-instance" xmlns="http://schemas.openxmlformats.org/package/2006/metadata/core-properties">
  <dc:creator>Walnut Exporter</dc:creator>
  <lastModifiedBy>Walnut Exporter</lastModifiedBy>
  <dc:title>Presentation</dc:title>
  <dcterms:created xsi:type="dcterms:W3CDTF">2026-10-04T18:09:13.5390000Z</dcterms:created>
  <dcterms:modified xsi:type="dcterms:W3CDTF">2026-10-04T18:09:13.5390000Z</dcterms:modified>
</coreProperties>
</file>