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6c8018dae34649" /><Relationship Type="http://schemas.openxmlformats.org/officeDocument/2006/relationships/extended-properties" Target="/docProps/app.xml" Id="R87580f2d839c4cff" /><Relationship Type="http://schemas.openxmlformats.org/officeDocument/2006/relationships/officeDocument" Target="/ppt/presentation.xml" Id="Rcacc8bf11be640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2690df1ef0406c"/>
  </p:sldMasterIdLst>
  <p:notesMasterIdLst>
    <p:notesMasterId xmlns:r="http://schemas.openxmlformats.org/officeDocument/2006/relationships" r:id="R2d73df7314824efd"/>
  </p:notesMasterIdLst>
  <p:sldIdLst>
    <p:sldId xmlns:r="http://schemas.openxmlformats.org/officeDocument/2006/relationships" id="256" r:id="Rc555e60ca13f4118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9c2a62fbc24c19" /><Relationship Type="http://schemas.openxmlformats.org/officeDocument/2006/relationships/slideMaster" Target="/ppt/slideMasters/slideMaster1.xml" Id="Ree2690df1ef0406c" /><Relationship Type="http://schemas.openxmlformats.org/officeDocument/2006/relationships/notesMaster" Target="/ppt/notesMasters/notesMaster1.xml" Id="R2d73df7314824efd" /><Relationship Type="http://schemas.openxmlformats.org/officeDocument/2006/relationships/presProps" Target="/ppt/presProps.xml" Id="R13af273eda534f1c" /><Relationship Type="http://schemas.openxmlformats.org/officeDocument/2006/relationships/tableStyles" Target="/ppt/tableStyles.xml" Id="R1984f072f2024edb" /><Relationship Type="http://schemas.openxmlformats.org/officeDocument/2006/relationships/slide" Target="/ppt/slides/slide1.xml" Id="Rc555e60ca13f41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7ba3d72fb0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e61a761e5448f4" /><Relationship Type="http://schemas.openxmlformats.org/officeDocument/2006/relationships/notesMaster" Target="/ppt/notesMasters/notesMaster1.xml" Id="Rcb875d6f41f048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 details supplied by Jotham Martin Wambi. Programme capacity is 15 total places, not remaining availability. Start date to be confirmed. Two in-person sessions at The National ICT Innovation Hub, Nakawa, and one online session per week. Registration is a request for a place. Photo: Kampus Production, https://www.pexels.com/photo/attentive-young-black-groupmates-using-laptop-while-preparing-for-exams-with-anonymous-teacher-5940713/ . Pexels license https://www.pexels.com/license/ . Photo is illustrative stock photography, not a picture of KLAi learners or coaches; no endorsement implied. Icons: Font Awesome Free https://fontawesome.com/license/free . Library logos: Devicon https://devicon.dev/ . QR: https://forms.gle/n8XLwbK1QxcUsRnx5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0282e06f340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2524fb7624a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ebe6c9f9847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79a2d724e46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90c6fedcf47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77cdfb8744d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179B2D-D9E7-40F6-AE38-B3B9E6CA9F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FA524C-B04A-408A-AF67-CFAFDE8265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888B8E-A585-4153-843D-3F19118F8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439F66-91C5-4E1B-8574-129313B172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6B5262-0ECE-471E-A601-7834B9BFF4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9B92DC6-C4E7-4D8E-8AC3-6046C46034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24D80B-C6AD-4AE5-B54A-826A20F2BC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37A857-8B67-4890-AA0A-58DEA166E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1D670D-75B7-45AA-89A4-744A040992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9C29ED-D738-43D0-8611-6C0FD7F1BB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aa805206654f29" /><Relationship Type="http://schemas.openxmlformats.org/officeDocument/2006/relationships/slideLayout" Target="/ppt/slideLayouts/slideLayout1.xml" Id="Rcee3cad2b68f4d58" /><Relationship Type="http://schemas.openxmlformats.org/officeDocument/2006/relationships/slideLayout" Target="/ppt/slideLayouts/slideLayout2.xml" Id="Rcca45b31e8f54ddb" /><Relationship Type="http://schemas.openxmlformats.org/officeDocument/2006/relationships/slideLayout" Target="/ppt/slideLayouts/slideLayout3.xml" Id="R1492388fc8ad4ef2" /><Relationship Type="http://schemas.openxmlformats.org/officeDocument/2006/relationships/slideLayout" Target="/ppt/slideLayouts/slideLayout4.xml" Id="Rb8bba2fa1a62499e" /><Relationship Type="http://schemas.openxmlformats.org/officeDocument/2006/relationships/slideLayout" Target="/ppt/slideLayouts/slideLayout5.xml" Id="R2e7f3e44ccf0497e" /><Relationship Type="http://schemas.openxmlformats.org/officeDocument/2006/relationships/slideLayout" Target="/ppt/slideLayouts/slideLayout6.xml" Id="Rfc6ac4918b9c49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e3cad2b68f4d58"/>
    <p:sldLayoutId xmlns:r="http://schemas.openxmlformats.org/officeDocument/2006/relationships" id="2147483650" r:id="Rcca45b31e8f54ddb"/>
    <p:sldLayoutId xmlns:r="http://schemas.openxmlformats.org/officeDocument/2006/relationships" id="2147483651" r:id="R1492388fc8ad4ef2"/>
    <p:sldLayoutId xmlns:r="http://schemas.openxmlformats.org/officeDocument/2006/relationships" id="2147483652" r:id="Rb8bba2fa1a62499e"/>
    <p:sldLayoutId xmlns:r="http://schemas.openxmlformats.org/officeDocument/2006/relationships" id="2147483653" r:id="R2e7f3e44ccf0497e"/>
    <p:sldLayoutId xmlns:r="http://schemas.openxmlformats.org/officeDocument/2006/relationships" id="2147483654" r:id="Rfc6ac4918b9c49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50748d0734a7d" /><Relationship Type="http://schemas.openxmlformats.org/officeDocument/2006/relationships/image" Target="/ppt/media/image.jpeg" Id="Rc5215349e1604550" /><Relationship Type="http://schemas.openxmlformats.org/officeDocument/2006/relationships/image" Target="/ppt/media/image.png" Id="Ra65e1a2c04cb44da" /><Relationship Type="http://schemas.openxmlformats.org/officeDocument/2006/relationships/image" Target="/ppt/media/image2.png" Id="Rf143b7d82a6e4f7e" /><Relationship Type="http://schemas.openxmlformats.org/officeDocument/2006/relationships/image" Target="/ppt/media/image3.png" Id="R8626fe5155f64d16" /><Relationship Type="http://schemas.openxmlformats.org/officeDocument/2006/relationships/image" Target="/ppt/media/image4.png" Id="Rabcd218e01f0453c" /><Relationship Type="http://schemas.openxmlformats.org/officeDocument/2006/relationships/image" Target="/ppt/media/image5.png" Id="Ra520efea563a4ec3" /><Relationship Type="http://schemas.openxmlformats.org/officeDocument/2006/relationships/image" Target="/ppt/media/image6.png" Id="Rad623809a02d489c" /><Relationship Type="http://schemas.openxmlformats.org/officeDocument/2006/relationships/notesSlide" Target="/ppt/notesSlides/notesSlide1.xml" Id="Rdb0e3949c1454d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gistration footer background">
            <a:extLst xmlns:a="http://schemas.openxmlformats.org/drawingml/2006/main">
              <a:ext uri="{FF2B5EF4-FFF2-40B4-BE49-F238E27FC236}">
                <a16:creationId xmlns:a16="http://schemas.microsoft.com/office/drawing/2014/main" id="{AF0C16EA-00BB-4D82-8F48-BE1D241B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540"/>
          </a:solidFill>
          <a:ln xmlns:a="http://schemas.openxmlformats.org/drawingml/2006/main" w="0">
            <a:noFill/>
          </a:ln>
        </p:spPr>
      </p:sp>
      <p:sp>
        <p:nvSpPr>
          <p:cNvPr id="2" name="KLAi">
            <a:extLst xmlns:a="http://schemas.openxmlformats.org/drawingml/2006/main">
              <a:ext uri="{FF2B5EF4-FFF2-40B4-BE49-F238E27FC236}">
                <a16:creationId xmlns:a16="http://schemas.microsoft.com/office/drawing/2014/main" id="{C99F076E-EFF0-41E7-861F-19025477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KLAi</a:t>
            </a:r>
          </a:p>
        </p:txBody>
      </p:sp>
      <p:sp>
        <p:nvSpPr>
          <p:cNvPr id="3" name="KAMPALA AI">
            <a:extLst xmlns:a="http://schemas.openxmlformats.org/drawingml/2006/main">
              <a:ext uri="{FF2B5EF4-FFF2-40B4-BE49-F238E27FC236}">
                <a16:creationId xmlns:a16="http://schemas.microsoft.com/office/drawing/2014/main" id="{CEA2057F-99C9-456B-986A-554F3008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95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DB55"/>
                </a:solidFill>
                <a:latin typeface="Arial"/>
                <a:ea typeface="Arial"/>
                <a:cs typeface="Arial"/>
              </a:rPr>
              <a:t>KAMPALA AI</a:t>
            </a:r>
          </a:p>
        </p:txBody>
      </p:sp>
      <p:sp>
        <p:nvSpPr>
          <p:cNvPr id="4" name="DECEMBER 2026">
            <a:extLst xmlns:a="http://schemas.openxmlformats.org/drawingml/2006/main">
              <a:ext uri="{FF2B5EF4-FFF2-40B4-BE49-F238E27FC236}">
                <a16:creationId xmlns:a16="http://schemas.microsoft.com/office/drawing/2014/main" id="{C137C37F-781A-478B-BCFF-49184551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1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DECEMBER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4C74D-B504-4877-890B-F9FF1A8DEF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15349e1604550"/>
          <a:srcRect xmlns:a="http://schemas.openxmlformats.org/drawingml/2006/main" l="12667" t="0" r="12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047750"/>
            <a:ext cx="5334000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What will">
            <a:extLst xmlns:a="http://schemas.openxmlformats.org/drawingml/2006/main">
              <a:ext uri="{FF2B5EF4-FFF2-40B4-BE49-F238E27FC236}">
                <a16:creationId xmlns:a16="http://schemas.microsoft.com/office/drawing/2014/main" id="{DA93E677-B667-4B4A-855C-DDCB86D4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will</a:t>
            </a:r>
          </a:p>
        </p:txBody>
      </p:sp>
      <p:sp>
        <p:nvSpPr>
          <p:cNvPr id="7" name="you build">
            <a:extLst xmlns:a="http://schemas.openxmlformats.org/drawingml/2006/main">
              <a:ext uri="{FF2B5EF4-FFF2-40B4-BE49-F238E27FC236}">
                <a16:creationId xmlns:a16="http://schemas.microsoft.com/office/drawing/2014/main" id="{06D17557-C30C-44C1-B7F4-A5DC3F7E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build</a:t>
            </a:r>
          </a:p>
        </p:txBody>
      </p:sp>
      <p:sp>
        <p:nvSpPr>
          <p:cNvPr id="8" name="this holiday?">
            <a:extLst xmlns:a="http://schemas.openxmlformats.org/drawingml/2006/main">
              <a:ext uri="{FF2B5EF4-FFF2-40B4-BE49-F238E27FC236}">
                <a16:creationId xmlns:a16="http://schemas.microsoft.com/office/drawing/2014/main" id="{864C5DE9-8937-4FEA-991E-86788959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550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550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DB55"/>
                </a:solidFill>
                <a:latin typeface="Arial"/>
                <a:ea typeface="Arial"/>
                <a:cs typeface="Arial"/>
              </a:rPr>
              <a:t>this holiday?</a:t>
            </a:r>
          </a:p>
        </p:txBody>
      </p:sp>
      <p:sp>
        <p:nvSpPr>
          <p:cNvPr id="9" name="No coding experience needed">
            <a:extLst xmlns:a="http://schemas.openxmlformats.org/drawingml/2006/main">
              <a:ext uri="{FF2B5EF4-FFF2-40B4-BE49-F238E27FC236}">
                <a16:creationId xmlns:a16="http://schemas.microsoft.com/office/drawing/2014/main" id="{FA2590AE-8A2B-4679-AA00-9A64F04C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coding experience needed</a:t>
            </a:r>
          </a:p>
        </p:txBody>
      </p:sp>
      <p:sp>
        <p:nvSpPr>
          <p:cNvPr id="10" name="Light background for library logos">
            <a:extLst xmlns:a="http://schemas.openxmlformats.org/drawingml/2006/main">
              <a:ext uri="{FF2B5EF4-FFF2-40B4-BE49-F238E27FC236}">
                <a16:creationId xmlns:a16="http://schemas.microsoft.com/office/drawing/2014/main" id="{39ED7BF7-E495-448E-AF7C-2A202FE3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2619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1"/>
          </a:solidFill>
          <a:ln xmlns:a="http://schemas.openxmlformats.org/drawingml/2006/main" w="0">
            <a:noFill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93BA7-39A3-4EE0-902C-83417CF447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e1a2c04cb44da"/>
          <a:stretch xmlns:a="http://schemas.openxmlformats.org/drawingml/2006/main"/>
        </p:blipFill>
        <p:spPr>
          <a:xfrm xmlns:a="http://schemas.openxmlformats.org/drawingml/2006/main">
            <a:off x="609600" y="5076825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6F890-F647-41D9-8125-8765C1A91A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3b7d82a6e4f7e"/>
          <a:stretch xmlns:a="http://schemas.openxmlformats.org/drawingml/2006/main"/>
        </p:blipFill>
        <p:spPr>
          <a:xfrm xmlns:a="http://schemas.openxmlformats.org/drawingml/2006/main">
            <a:off x="1362075" y="5076825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7799E-F992-4C7B-8167-08642EC773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6fe5155f64d16"/>
          <a:stretch xmlns:a="http://schemas.openxmlformats.org/drawingml/2006/main"/>
        </p:blipFill>
        <p:spPr>
          <a:xfrm xmlns:a="http://schemas.openxmlformats.org/drawingml/2006/main">
            <a:off x="2105025" y="50768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Illustrative photo: Kampus Production / Pexels">
            <a:extLst xmlns:a="http://schemas.openxmlformats.org/drawingml/2006/main">
              <a:ext uri="{FF2B5EF4-FFF2-40B4-BE49-F238E27FC236}">
                <a16:creationId xmlns:a16="http://schemas.microsoft.com/office/drawing/2014/main" id="{72034B66-7401-425D-B215-D85192D8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876925"/>
            <a:ext cx="5095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75"/>
                </a:solidFill>
                <a:latin typeface="Arial"/>
                <a:ea typeface="Arial"/>
                <a:cs typeface="Arial"/>
              </a:rPr>
              <a:t>Illustrative photo: Kampus Production / Pexels</a:t>
            </a:r>
          </a:p>
        </p:txBody>
      </p:sp>
      <p:sp>
        <p:nvSpPr>
          <p:cNvPr id="15" name="HOLIDAY DATA &amp; AI CAMP">
            <a:extLst xmlns:a="http://schemas.openxmlformats.org/drawingml/2006/main">
              <a:ext uri="{FF2B5EF4-FFF2-40B4-BE49-F238E27FC236}">
                <a16:creationId xmlns:a16="http://schemas.microsoft.com/office/drawing/2014/main" id="{8B8E380C-1C29-4D69-9866-A670D7F5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16" name="For students and school leavers">
            <a:extLst xmlns:a="http://schemas.openxmlformats.org/drawingml/2006/main">
              <a:ext uri="{FF2B5EF4-FFF2-40B4-BE49-F238E27FC236}">
                <a16:creationId xmlns:a16="http://schemas.microsoft.com/office/drawing/2014/main" id="{C59E87F9-1A16-4507-A22A-C2E90D58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96100"/>
            <a:ext cx="937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For students and school leavers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42BDBD-FA92-46C4-9201-B89D8F233D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d218e01f0453c"/>
          <a:stretch xmlns:a="http://schemas.openxmlformats.org/drawingml/2006/main"/>
        </p:blipFill>
        <p:spPr>
          <a:xfrm xmlns:a="http://schemas.openxmlformats.org/drawingml/2006/main">
            <a:off x="457200" y="76962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18" name="A data project">
            <a:extLst xmlns:a="http://schemas.openxmlformats.org/drawingml/2006/main">
              <a:ext uri="{FF2B5EF4-FFF2-40B4-BE49-F238E27FC236}">
                <a16:creationId xmlns:a16="http://schemas.microsoft.com/office/drawing/2014/main" id="{3FE1D735-286B-4BA6-8A1A-AC904788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6581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A data project</a:t>
            </a:r>
          </a:p>
        </p:txBody>
      </p:sp>
      <p:sp>
        <p:nvSpPr>
          <p:cNvPr id="19" name="Explore real data.">
            <a:extLst xmlns:a="http://schemas.openxmlformats.org/drawingml/2006/main">
              <a:ext uri="{FF2B5EF4-FFF2-40B4-BE49-F238E27FC236}">
                <a16:creationId xmlns:a16="http://schemas.microsoft.com/office/drawing/2014/main" id="{A9E5AC5D-006F-4709-AF7E-DD19BC3F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24825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Explore real data.</a:t>
            </a:r>
          </a:p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Create charts that explain it.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FE1AF-DE6C-4C38-8046-E3A057ECF0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efea563a4ec3"/>
          <a:stretch xmlns:a="http://schemas.openxmlformats.org/drawingml/2006/main"/>
        </p:blipFill>
        <p:spPr>
          <a:xfrm xmlns:a="http://schemas.openxmlformats.org/drawingml/2006/main">
            <a:off x="5410200" y="76962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1" name="A prediction model">
            <a:extLst xmlns:a="http://schemas.openxmlformats.org/drawingml/2006/main">
              <a:ext uri="{FF2B5EF4-FFF2-40B4-BE49-F238E27FC236}">
                <a16:creationId xmlns:a16="http://schemas.microsoft.com/office/drawing/2014/main" id="{665DA613-5D68-4F6F-BCD2-CFCAD9DF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76581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A prediction model</a:t>
            </a:r>
          </a:p>
        </p:txBody>
      </p:sp>
      <p:sp>
        <p:nvSpPr>
          <p:cNvPr id="22" name="Train a model.">
            <a:extLst xmlns:a="http://schemas.openxmlformats.org/drawingml/2006/main">
              <a:ext uri="{FF2B5EF4-FFF2-40B4-BE49-F238E27FC236}">
                <a16:creationId xmlns:a16="http://schemas.microsoft.com/office/drawing/2014/main" id="{F47FA632-A814-4849-9553-0E65FED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8124825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Train a model.</a:t>
            </a:r>
          </a:p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Test its predictions.</a:t>
            </a:r>
          </a:p>
        </p:txBody>
      </p:sp>
      <p:sp>
        <p:nvSpPr>
          <p:cNvPr id="23" name="8 weeks">
            <a:extLst xmlns:a="http://schemas.openxmlformats.org/drawingml/2006/main">
              <a:ext uri="{FF2B5EF4-FFF2-40B4-BE49-F238E27FC236}">
                <a16:creationId xmlns:a16="http://schemas.microsoft.com/office/drawing/2014/main" id="{0FB386B5-504D-4571-9AFC-236A911C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106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8 weeks</a:t>
            </a:r>
          </a:p>
        </p:txBody>
      </p:sp>
      <p:sp>
        <p:nvSpPr>
          <p:cNvPr id="24" name="Max. 5 learners per group">
            <a:extLst xmlns:a="http://schemas.openxmlformats.org/drawingml/2006/main">
              <a:ext uri="{FF2B5EF4-FFF2-40B4-BE49-F238E27FC236}">
                <a16:creationId xmlns:a16="http://schemas.microsoft.com/office/drawing/2014/main" id="{CBA626D3-B1B8-49F4-9D40-259BD1E8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9277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Max. 5 learners per group</a:t>
            </a:r>
          </a:p>
        </p:txBody>
      </p:sp>
      <p:sp>
        <p:nvSpPr>
          <p:cNvPr id="25" name="15 places">
            <a:extLst xmlns:a="http://schemas.openxmlformats.org/drawingml/2006/main">
              <a:ext uri="{FF2B5EF4-FFF2-40B4-BE49-F238E27FC236}">
                <a16:creationId xmlns:a16="http://schemas.microsoft.com/office/drawing/2014/main" id="{00B0BA54-7BEF-40FA-A6E4-09217620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1821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15 places</a:t>
            </a:r>
          </a:p>
        </p:txBody>
      </p:sp>
      <p:sp>
        <p:nvSpPr>
          <p:cNvPr id="26" name="across the programme">
            <a:extLst xmlns:a="http://schemas.openxmlformats.org/drawingml/2006/main">
              <a:ext uri="{FF2B5EF4-FFF2-40B4-BE49-F238E27FC236}">
                <a16:creationId xmlns:a16="http://schemas.microsoft.com/office/drawing/2014/main" id="{FA6DEB9D-0861-464A-A7C6-8D7E3211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58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across the programme</a:t>
            </a:r>
          </a:p>
        </p:txBody>
      </p:sp>
      <p:sp>
        <p:nvSpPr>
          <p:cNvPr id="27" name="UGX 1,000,000 per learner">
            <a:extLst xmlns:a="http://schemas.openxmlformats.org/drawingml/2006/main">
              <a:ext uri="{FF2B5EF4-FFF2-40B4-BE49-F238E27FC236}">
                <a16:creationId xmlns:a16="http://schemas.microsoft.com/office/drawing/2014/main" id="{9E73098E-168E-4EED-9526-3C3A59C5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53625"/>
            <a:ext cx="928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UGX 1,000,000 per learner</a:t>
            </a:r>
          </a:p>
        </p:txBody>
      </p:sp>
      <p:sp>
        <p:nvSpPr>
          <p:cNvPr id="28" name="Windows or Mac laptop required">
            <a:extLst xmlns:a="http://schemas.openxmlformats.org/drawingml/2006/main">
              <a:ext uri="{FF2B5EF4-FFF2-40B4-BE49-F238E27FC236}">
                <a16:creationId xmlns:a16="http://schemas.microsoft.com/office/drawing/2014/main" id="{74080711-29FE-4472-A533-F9E9665A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58450"/>
            <a:ext cx="9286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Windows or Mac laptop required</a:t>
            </a:r>
          </a:p>
        </p:txBody>
      </p:sp>
      <p:sp>
        <p:nvSpPr>
          <p:cNvPr id="29" name="The National ICT Innovation Hub, Nakawa + online">
            <a:extLst xmlns:a="http://schemas.openxmlformats.org/drawingml/2006/main">
              <a:ext uri="{FF2B5EF4-FFF2-40B4-BE49-F238E27FC236}">
                <a16:creationId xmlns:a16="http://schemas.microsoft.com/office/drawing/2014/main" id="{ABE2A1A8-6274-450E-9269-4F7D0D2E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839450"/>
            <a:ext cx="928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The National ICT Innovation Hub, Nakawa + online</a:t>
            </a:r>
          </a:p>
        </p:txBody>
      </p:sp>
      <p:sp>
        <p:nvSpPr>
          <p:cNvPr id="30" name="Registration footer background">
            <a:extLst xmlns:a="http://schemas.openxmlformats.org/drawingml/2006/main">
              <a:ext uri="{FF2B5EF4-FFF2-40B4-BE49-F238E27FC236}">
                <a16:creationId xmlns:a16="http://schemas.microsoft.com/office/drawing/2014/main" id="{D0BE52FE-0CD1-4302-AA0B-56FD66B0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315700"/>
            <a:ext cx="10287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540"/>
          </a:solidFill>
          <a:ln xmlns:a="http://schemas.openxmlformats.org/drawingml/2006/main" w="0">
            <a:noFill/>
          </a:ln>
        </p:spPr>
      </p:sp>
      <p:sp>
        <p:nvSpPr>
          <p:cNvPr id="31" name="Register your interest">
            <a:extLst xmlns:a="http://schemas.openxmlformats.org/drawingml/2006/main">
              <a:ext uri="{FF2B5EF4-FFF2-40B4-BE49-F238E27FC236}">
                <a16:creationId xmlns:a16="http://schemas.microsoft.com/office/drawing/2014/main" id="{F4DB7D31-DDFF-4164-8E61-3894BCFD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58575"/>
            <a:ext cx="709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DB55"/>
                </a:solidFill>
                <a:latin typeface="Arial"/>
                <a:ea typeface="Arial"/>
                <a:cs typeface="Arial"/>
              </a:rPr>
              <a:t>Register your interest</a:t>
            </a:r>
          </a:p>
        </p:txBody>
      </p:sp>
      <p:sp>
        <p:nvSpPr>
          <p:cNvPr id="32" name="forms.gle/n8XLwbK1QxcUsRnx5">
            <a:extLst xmlns:a="http://schemas.openxmlformats.org/drawingml/2006/main">
              <a:ext uri="{FF2B5EF4-FFF2-40B4-BE49-F238E27FC236}">
                <a16:creationId xmlns:a16="http://schemas.microsoft.com/office/drawing/2014/main" id="{A7BE6EC2-4130-4806-B1F0-A3D09BA6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934825"/>
            <a:ext cx="723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forms.gle/n8XLwbK1QxcUsRnx5</a:t>
            </a:r>
          </a:p>
        </p:txBody>
      </p:sp>
      <p:sp>
        <p:nvSpPr>
          <p:cNvPr id="33" name="Calls &amp; WhatsApp: +256 750 990 718">
            <a:extLst xmlns:a="http://schemas.openxmlformats.org/drawingml/2006/main">
              <a:ext uri="{FF2B5EF4-FFF2-40B4-BE49-F238E27FC236}">
                <a16:creationId xmlns:a16="http://schemas.microsoft.com/office/drawing/2014/main" id="{E93EF482-03DC-4923-9979-ECCF710B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4110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Calls &amp; WhatsApp: +256 750 990 718</a:t>
            </a:r>
          </a:p>
        </p:txBody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94EA34-7B9C-4B22-8892-F70A8C9484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23809a02d489c"/>
          <a:stretch xmlns:a="http://schemas.openxmlformats.org/drawingml/2006/main"/>
        </p:blipFill>
        <p:spPr>
          <a:xfrm xmlns:a="http://schemas.openxmlformats.org/drawingml/2006/main">
            <a:off x="8172450" y="11449050"/>
            <a:ext cx="1285875" cy="128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18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2026-10-15T07:30:27.3340000Z</dcterms:created>
  <dcterms:modified xsi:type="dcterms:W3CDTF">2026-10-15T07:30:27.3340000Z</dcterms:modified>
</coreProperties>
</file>