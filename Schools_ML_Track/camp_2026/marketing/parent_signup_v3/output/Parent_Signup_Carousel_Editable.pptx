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8b91a13674a69" /><Relationship Type="http://schemas.openxmlformats.org/officeDocument/2006/relationships/extended-properties" Target="/docProps/app.xml" Id="Rc91fcd17bdb84370" /><Relationship Type="http://schemas.openxmlformats.org/officeDocument/2006/relationships/officeDocument" Target="/ppt/presentation.xml" Id="Ref5c5a4adec6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4db87fb344510"/>
  </p:sldMasterIdLst>
  <p:notesMasterIdLst>
    <p:notesMasterId xmlns:r="http://schemas.openxmlformats.org/officeDocument/2006/relationships" r:id="R80f374bcceb14544"/>
  </p:notesMasterIdLst>
  <p:sldIdLst>
    <p:sldId xmlns:r="http://schemas.openxmlformats.org/officeDocument/2006/relationships" id="256" r:id="Rf7923aaa9cab4fc6"/>
    <p:sldId xmlns:r="http://schemas.openxmlformats.org/officeDocument/2006/relationships" id="257" r:id="Rfb3e42d5d7a248df"/>
    <p:sldId xmlns:r="http://schemas.openxmlformats.org/officeDocument/2006/relationships" id="258" r:id="R2bf979debd404652"/>
    <p:sldId xmlns:r="http://schemas.openxmlformats.org/officeDocument/2006/relationships" id="259" r:id="Rcd73e8f0c2574881"/>
    <p:sldId xmlns:r="http://schemas.openxmlformats.org/officeDocument/2006/relationships" id="260" r:id="R8257b04edaef4c75"/>
    <p:sldId xmlns:r="http://schemas.openxmlformats.org/officeDocument/2006/relationships" id="261" r:id="R3ae24e7d8bd84064"/>
    <p:sldId xmlns:r="http://schemas.openxmlformats.org/officeDocument/2006/relationships" id="262" r:id="R37e4ce4d78564e8b"/>
  </p:sldIdLst>
  <p:sldSz cx="10287000" cy="1285875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59332d1ec41e0" /><Relationship Type="http://schemas.openxmlformats.org/officeDocument/2006/relationships/slideMaster" Target="/ppt/slideMasters/slideMaster1.xml" Id="R6b94db87fb344510" /><Relationship Type="http://schemas.openxmlformats.org/officeDocument/2006/relationships/notesMaster" Target="/ppt/notesMasters/notesMaster1.xml" Id="R80f374bcceb14544" /><Relationship Type="http://schemas.openxmlformats.org/officeDocument/2006/relationships/presProps" Target="/ppt/presProps.xml" Id="R10339d32c8cc49d5" /><Relationship Type="http://schemas.openxmlformats.org/officeDocument/2006/relationships/viewProps" Target="/ppt/viewProps.xml" Id="R9d714ec4e66a4407" /><Relationship Type="http://schemas.openxmlformats.org/officeDocument/2006/relationships/tableStyles" Target="/ppt/tableStyles.xml" Id="R89c05f6e119f46f9" /><Relationship Type="http://schemas.openxmlformats.org/officeDocument/2006/relationships/slide" Target="/ppt/slides/slide1.xml" Id="Rf7923aaa9cab4fc6" /><Relationship Type="http://schemas.openxmlformats.org/officeDocument/2006/relationships/slide" Target="/ppt/slides/slide2.xml" Id="Rfb3e42d5d7a248df" /><Relationship Type="http://schemas.openxmlformats.org/officeDocument/2006/relationships/slide" Target="/ppt/slides/slide3.xml" Id="R2bf979debd404652" /><Relationship Type="http://schemas.openxmlformats.org/officeDocument/2006/relationships/slide" Target="/ppt/slides/slide4.xml" Id="Rcd73e8f0c2574881" /><Relationship Type="http://schemas.openxmlformats.org/officeDocument/2006/relationships/slide" Target="/ppt/slides/slide5.xml" Id="R8257b04edaef4c75" /><Relationship Type="http://schemas.openxmlformats.org/officeDocument/2006/relationships/slide" Target="/ppt/slides/slide6.xml" Id="R3ae24e7d8bd84064" /><Relationship Type="http://schemas.openxmlformats.org/officeDocument/2006/relationships/slide" Target="/ppt/slides/slide7.xml" Id="R37e4ce4d7856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f075535236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1c6812d2b4ba1" /><Relationship Type="http://schemas.openxmlformats.org/officeDocument/2006/relationships/notesMaster" Target="/ppt/notesMasters/notesMaster1.xml" Id="R0021d2bdc10d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336caace84b7a" /><Relationship Type="http://schemas.openxmlformats.org/officeDocument/2006/relationships/notesMaster" Target="/ppt/notesMasters/notesMaster1.xml" Id="Rdda4a2128ac448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6e2c1f78884bcd" /><Relationship Type="http://schemas.openxmlformats.org/officeDocument/2006/relationships/notesMaster" Target="/ppt/notesMasters/notesMaster1.xml" Id="Rc8899cc9e347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82e8820f84293" /><Relationship Type="http://schemas.openxmlformats.org/officeDocument/2006/relationships/notesMaster" Target="/ppt/notesMasters/notesMaster1.xml" Id="R648607a1bec741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b503958144667" /><Relationship Type="http://schemas.openxmlformats.org/officeDocument/2006/relationships/notesMaster" Target="/ppt/notesMasters/notesMaster1.xml" Id="Rb152980e6c134c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7bd2210e74639" /><Relationship Type="http://schemas.openxmlformats.org/officeDocument/2006/relationships/notesMaster" Target="/ppt/notesMasters/notesMaster1.xml" Id="R6b465cb535184d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b4c29bcb14ebb" /><Relationship Type="http://schemas.openxmlformats.org/officeDocument/2006/relationships/notesMaster" Target="/ppt/notesMasters/notesMaster1.xml" Id="R06cd01aa42d742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  <a:p xmlns:a="http://schemas.openxmlformats.org/drawingml/2006/main">
            <a:r>
              <a:t>Actual screenshot of https://scikit-learn.org/stable/_images/sphx_glr_plot_classification_001.png from https://scikit-learn.org/stable/auto_examples/neighbors/plot_classification.html . Copyright scikit-learn developers, BSD-3-Clause. Screenshot unchanged apart from fitting to slide. Dataset: https://archive.ics.uci.edu/dataset/53/iris . This external example is illustrative and is not a promised exact camp project or learner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898b802ff40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009db2bad40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402bd120e44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33481495140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4734803714e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ad409929d43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8D19E-A522-4141-8A60-2AC4DB602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301557-A155-4E10-A118-5777A040AB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660A65-903F-435A-A55B-72F771983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9ABFF5-1980-466A-A339-460470F78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277851-224E-42E4-858C-C6E558DF74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BBA640-5BF9-406C-AEAA-67632A3AB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F671F7-3252-460F-915D-A59CD72F1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4E26D9-922E-41FD-A68A-7BEF17440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94B25-BF6A-42F7-BD67-051E05283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BAF8BD-F15F-467F-A37B-9A239BA31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b1d3b0a764675" /><Relationship Type="http://schemas.openxmlformats.org/officeDocument/2006/relationships/slideLayout" Target="/ppt/slideLayouts/slideLayout1.xml" Id="R1cd33f8e2b224abe" /><Relationship Type="http://schemas.openxmlformats.org/officeDocument/2006/relationships/slideLayout" Target="/ppt/slideLayouts/slideLayout2.xml" Id="Re56936f2d2a8403a" /><Relationship Type="http://schemas.openxmlformats.org/officeDocument/2006/relationships/slideLayout" Target="/ppt/slideLayouts/slideLayout3.xml" Id="Re47b8aa096aa4c83" /><Relationship Type="http://schemas.openxmlformats.org/officeDocument/2006/relationships/slideLayout" Target="/ppt/slideLayouts/slideLayout4.xml" Id="R968e1e949eb54a77" /><Relationship Type="http://schemas.openxmlformats.org/officeDocument/2006/relationships/slideLayout" Target="/ppt/slideLayouts/slideLayout5.xml" Id="Rcc4fc8dc132b42af" /><Relationship Type="http://schemas.openxmlformats.org/officeDocument/2006/relationships/slideLayout" Target="/ppt/slideLayouts/slideLayout6.xml" Id="R7837437d41a045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33f8e2b224abe"/>
    <p:sldLayoutId xmlns:r="http://schemas.openxmlformats.org/officeDocument/2006/relationships" id="2147483650" r:id="Re56936f2d2a8403a"/>
    <p:sldLayoutId xmlns:r="http://schemas.openxmlformats.org/officeDocument/2006/relationships" id="2147483651" r:id="Re47b8aa096aa4c83"/>
    <p:sldLayoutId xmlns:r="http://schemas.openxmlformats.org/officeDocument/2006/relationships" id="2147483652" r:id="R968e1e949eb54a77"/>
    <p:sldLayoutId xmlns:r="http://schemas.openxmlformats.org/officeDocument/2006/relationships" id="2147483653" r:id="Rcc4fc8dc132b42af"/>
    <p:sldLayoutId xmlns:r="http://schemas.openxmlformats.org/officeDocument/2006/relationships" id="2147483654" r:id="R7837437d41a045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a04f9b4724fe8" /><Relationship Type="http://schemas.openxmlformats.org/officeDocument/2006/relationships/notesSlide" Target="/ppt/notesSlides/notesSlide1.xml" Id="R64e6d4bec54e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e4dcf3cf74045" /><Relationship Type="http://schemas.openxmlformats.org/officeDocument/2006/relationships/image" Target="/ppt/media/image.png" Id="R3e92ebad737d48f0" /><Relationship Type="http://schemas.openxmlformats.org/officeDocument/2006/relationships/image" Target="/ppt/media/image2.png" Id="R40a3202df83844b9" /><Relationship Type="http://schemas.openxmlformats.org/officeDocument/2006/relationships/image" Target="/ppt/media/image3.png" Id="R2b6adf9ec8fa4288" /><Relationship Type="http://schemas.openxmlformats.org/officeDocument/2006/relationships/notesSlide" Target="/ppt/notesSlides/notesSlide2.xml" Id="Rbb208d317afa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4cf0f602c448a" /><Relationship Type="http://schemas.openxmlformats.org/officeDocument/2006/relationships/image" Target="/ppt/media/image.jpeg" Id="R0bd77a25d74f4cd0" /><Relationship Type="http://schemas.openxmlformats.org/officeDocument/2006/relationships/notesSlide" Target="/ppt/notesSlides/notesSlide3.xml" Id="R05c9061650a4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2de127a554dcd" /><Relationship Type="http://schemas.openxmlformats.org/officeDocument/2006/relationships/image" Target="/ppt/media/image4.png" Id="R61ff7a27370e4368" /><Relationship Type="http://schemas.openxmlformats.org/officeDocument/2006/relationships/notesSlide" Target="/ppt/notesSlides/notesSlide4.xml" Id="Rd973f99327a2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ec1dd75bf473c" /><Relationship Type="http://schemas.openxmlformats.org/officeDocument/2006/relationships/notesSlide" Target="/ppt/notesSlides/notesSlide5.xml" Id="Redda7d15a54245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c0a45f87c47bf" /><Relationship Type="http://schemas.openxmlformats.org/officeDocument/2006/relationships/notesSlide" Target="/ppt/notesSlides/notesSlide6.xml" Id="R4b86e9c95fe34d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70a3a448747a7" /><Relationship Type="http://schemas.openxmlformats.org/officeDocument/2006/relationships/image" Target="/ppt/media/image5.png" Id="Rba082f970a7c401a" /><Relationship Type="http://schemas.openxmlformats.org/officeDocument/2006/relationships/notesSlide" Target="/ppt/notesSlides/notesSlide7.xml" Id="Rd0e3f43f8dc043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02A79F1-B619-4A29-8978-49ED51F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174029-E206-419E-B6D8-31BFB3B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6CBB3-BDDD-4405-8A4F-F0CBFC2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23D3DB-4ACE-4047-8093-11465B75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44309C5-DB2A-473E-AA48-E1CBA70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8DEBF42-74D0-4A6F-9CE2-0DE4E74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906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holiday,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B7528C-6B9D-4D7C-A3EE-1BE24239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9067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your child could</a:t>
            </a:r>
          </a:p>
          <a:p xmlns:a="http://schemas.openxmlformats.org/drawingml/2006/main">
            <a:pPr>
              <a:buNone/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build their first</a:t>
            </a:r>
          </a:p>
          <a:p xmlns:a="http://schemas.openxmlformats.org/drawingml/2006/main">
            <a:pPr>
              <a:buNone/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data project.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6E44EEB-715B-4BAA-A882-C474DA11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9067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guided start in Data Analysis</a:t>
            </a:r>
          </a:p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Machine Learning.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58BD191-D684-41D3-AF98-9E79165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25050"/>
            <a:ext cx="906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FEAF3"/>
                </a:solidFill>
                <a:latin typeface="Arial"/>
                <a:ea typeface="Arial"/>
                <a:cs typeface="Arial"/>
              </a:rPr>
              <a:t>For S.4, S.5 &amp; S.6 students</a:t>
            </a:r>
          </a:p>
          <a:p xmlns:a="http://schemas.openxmlformats.org/drawingml/2006/main">
            <a:pPr>
              <a:buNone/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FEAF3"/>
                </a:solidFill>
                <a:latin typeface="Arial"/>
                <a:ea typeface="Arial"/>
                <a:cs typeface="Arial"/>
              </a:rPr>
              <a:t>and school leavers</a:t>
            </a:r>
          </a:p>
        </p:txBody>
      </p:sp>
    </p:spTree>
    <p:extLst>
      <p:ext uri="{BB962C8B-B14F-4D97-AF65-F5344CB8AC3E}">
        <p14:creationId xmlns:p14="http://schemas.microsoft.com/office/powerpoint/2010/main" val="469486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9FEC51C-D209-4332-9BCF-60B6325A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0737FE-DB0A-4C37-A157-B78C994A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650B91-40EF-450B-9DEC-7D055D22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WHY START BEFORE UNIVERSITY?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4F93A2C-6B2E-47C8-BE8F-9F0FAFFF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8B30D9-01D5-4A69-9982-E2886E3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5C7755-881B-4B3E-8F75-C9E2FCF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90678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Give curiosity</a:t>
            </a:r>
          </a:p>
          <a:p xmlns:a="http://schemas.openxmlformats.org/drawingml/2006/main">
            <a:pPr>
              <a:buNone/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practical outlet.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C4FEA4-E545-499F-BE40-7D04B1B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9067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Help your learner practise skills</a:t>
            </a:r>
          </a:p>
          <a:p xmlns:a="http://schemas.openxmlformats.org/drawingml/2006/main">
            <a:pPr>
              <a:buNone/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they can use across subjects.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EBC657F-0F97-4B47-A290-E41D81024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2ebad737d48f0"/>
          <a:stretch xmlns:a="http://schemas.openxmlformats.org/drawingml/2006/main"/>
        </p:blipFill>
        <p:spPr>
          <a:xfrm xmlns:a="http://schemas.openxmlformats.org/drawingml/2006/main">
            <a:off x="660202" y="6524625"/>
            <a:ext cx="708422" cy="809625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64948B-9CB7-471A-9D44-F2AA8FF7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648450"/>
            <a:ext cx="7743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Work with real datasets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8B83D09-D76A-4616-927F-D17E53946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3202df83844b9"/>
          <a:stretch xmlns:a="http://schemas.openxmlformats.org/drawingml/2006/main"/>
        </p:blipFill>
        <p:spPr>
          <a:xfrm xmlns:a="http://schemas.openxmlformats.org/drawingml/2006/main">
            <a:off x="609600" y="7953375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F213C3-FAF1-4B1A-B80F-F568C30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8077200"/>
            <a:ext cx="7743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Explain what the numbers show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9443E55-7896-4D44-8927-79D270332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adf9ec8fa4288"/>
          <a:stretch xmlns:a="http://schemas.openxmlformats.org/drawingml/2006/main"/>
        </p:blipFill>
        <p:spPr>
          <a:xfrm xmlns:a="http://schemas.openxmlformats.org/drawingml/2006/main">
            <a:off x="609600" y="9382125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AB5BA9B-0E8B-4336-8ED3-9C9B1230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9505950"/>
            <a:ext cx="7743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Question AI-generated answers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464CC2D-723F-4505-A886-B80B58B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87100"/>
            <a:ext cx="906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An opportunity to explore their interests early.</a:t>
            </a:r>
          </a:p>
        </p:txBody>
      </p:sp>
    </p:spTree>
    <p:extLst>
      <p:ext uri="{BB962C8B-B14F-4D97-AF65-F5344CB8AC3E}">
        <p14:creationId xmlns:p14="http://schemas.microsoft.com/office/powerpoint/2010/main" val="263757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393787-334F-41C1-B35E-24F841B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CA8979-7A47-411C-8389-393091A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4A1214-F560-4472-B59A-DF4306B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 REAL PUBLIC DEMONSTRATION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492A74-E5DD-43E8-865D-B006AFDB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1EACED2-3E0C-4C16-ACDC-889D48CC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1C9824-28C6-4965-9F93-CC589BEA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90678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Can a computer</a:t>
            </a:r>
          </a:p>
          <a:p xmlns:a="http://schemas.openxmlformats.org/drawingml/2006/main">
            <a:pPr>
              <a:buNone/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identify a flower?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697003-C693-424A-ADAB-AED637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906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This example predicts the flower type</a:t>
            </a:r>
          </a:p>
          <a:p xmlns:a="http://schemas.openxmlformats.org/drawingml/2006/main">
            <a:pPr>
              <a:buNone/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using measurements from the Iris dataset.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E919C10-A1C7-41D7-AA16-674A78A4A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77a25d74f4cd0"/>
          <a:stretch xmlns:a="http://schemas.openxmlformats.org/drawingml/2006/main"/>
        </p:blipFill>
        <p:spPr>
          <a:xfrm xmlns:a="http://schemas.openxmlformats.org/drawingml/2006/main">
            <a:off x="457200" y="5734050"/>
            <a:ext cx="93726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3F7405-D3B6-4696-8239-08D4A208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20300"/>
            <a:ext cx="906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Dots: measured flowers. Colours: model predictions.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F2A9B36-59E1-463B-BFF9-33F0344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29925"/>
            <a:ext cx="906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Published scikit-learn example using the UCI Iris dataset.</a:t>
            </a:r>
          </a:p>
        </p:txBody>
      </p:sp>
    </p:spTree>
    <p:extLst>
      <p:ext uri="{BB962C8B-B14F-4D97-AF65-F5344CB8AC3E}">
        <p14:creationId xmlns:p14="http://schemas.microsoft.com/office/powerpoint/2010/main" val="1495205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9C6B74-C8BF-4E7D-99B4-00D5A3CD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14A571-4929-4F6F-9F56-E46CF90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BB122D-CF2A-4B32-904A-EDCD3845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WHAT YOUR CHILD WILL BUILD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A7B55E-5C4C-4D3B-91C2-50AE45B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CB1A55A-EA0A-455F-BB3C-91BD341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9509A7A-2BFC-4FC2-8B26-5C8D19A18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f7a27370e4368"/>
          <a:stretch xmlns:a="http://schemas.openxmlformats.org/drawingml/2006/main"/>
        </p:blipFill>
        <p:spPr>
          <a:xfrm xmlns:a="http://schemas.openxmlformats.org/drawingml/2006/main">
            <a:off x="609600" y="2032873"/>
            <a:ext cx="1257300" cy="111585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30DD7A7-F9E4-4DAC-8423-85F50676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9067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project to show.</a:t>
            </a:r>
          </a:p>
          <a:p xmlns:a="http://schemas.openxmlformats.org/drawingml/2006/main">
            <a:pPr>
              <a:buNone/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Findings to explain.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704F36-D365-4CB4-86E4-50F5547F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B4C71A-3ADE-4E4E-9E57-C459AC5C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86600"/>
            <a:ext cx="906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Analyse a dataset, create clear charts</a:t>
            </a:r>
          </a:p>
          <a:p xmlns:a="http://schemas.openxmlformats.org/drawingml/2006/main">
            <a:pPr>
              <a:buNone/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and present a portfolio project.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A01BEE5-EE6B-4288-A18F-77CCB0F6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1166DE-A834-4713-AA79-186011EC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90678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Build a prediction model, test it</a:t>
            </a:r>
          </a:p>
          <a:p xmlns:a="http://schemas.openxmlformats.org/drawingml/2006/main">
            <a:pPr>
              <a:buNone/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and explain where it makes mistakes.</a:t>
            </a:r>
          </a:p>
        </p:txBody>
      </p:sp>
    </p:spTree>
    <p:extLst>
      <p:ext uri="{BB962C8B-B14F-4D97-AF65-F5344CB8AC3E}">
        <p14:creationId xmlns:p14="http://schemas.microsoft.com/office/powerpoint/2010/main" val="39128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4EFC167-72F9-43E1-9FB8-F97B4EE0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854774-AF59-448A-8630-E827AD4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0241F1-EB57-4BC7-A391-3AE5789C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GUIDANCE YOU CAN ASK ABOUT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94A5B4-7828-4005-9B18-712B605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F4A7ED-6142-4501-BFA7-0250A09B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345FB8-E927-4EED-9CB8-5EA4396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9067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guided start.</a:t>
            </a:r>
          </a:p>
          <a:p xmlns:a="http://schemas.openxmlformats.org/drawingml/2006/main">
            <a:pPr>
              <a:buNone/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small group.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94C1971-6D61-4711-A99A-D3FDA52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9067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No coding experience needed.</a:t>
            </a:r>
          </a:p>
          <a:p xmlns:a="http://schemas.openxmlformats.org/drawingml/2006/main">
            <a:pPr>
              <a:buNone/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Begin with Python programming basics.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97D615-1298-4B29-AD4D-B47ACDE4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906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Maximum 5 learners per group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A07B95E-7EC0-4436-983C-2804C38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43775"/>
            <a:ext cx="102870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171FD6-8170-48DD-8795-79E9E18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906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YOUR TUTOR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7F29A7-AE50-43A2-B348-642525F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67700"/>
            <a:ext cx="906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0643C1-52ED-4A4A-AB82-8C8E2A9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72575"/>
            <a:ext cx="90678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Lecturer in AI &amp; Machine Learning, IUEA</a:t>
            </a:r>
          </a:p>
          <a:p xmlns:a="http://schemas.openxmlformats.org/drawingml/2006/main">
            <a:pPr>
              <a:buNone/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Data Scientist &amp; ML/AI Engineer</a:t>
            </a:r>
          </a:p>
          <a:p xmlns:a="http://schemas.openxmlformats.org/drawingml/2006/main">
            <a:pPr>
              <a:buNone/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Master’s, Yamaguchi University, Japan</a:t>
            </a:r>
          </a:p>
        </p:txBody>
      </p:sp>
    </p:spTree>
    <p:extLst>
      <p:ext uri="{BB962C8B-B14F-4D97-AF65-F5344CB8AC3E}">
        <p14:creationId xmlns:p14="http://schemas.microsoft.com/office/powerpoint/2010/main" val="509949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20D0EB-B43F-438F-8C85-09689A7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1AB29EA-8974-4641-A148-6C692889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76E6AA-C503-4C0D-9224-A0C9585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PLAN THEIR DECEMBER LEARNING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4FF83F-E148-496F-87D1-12FFD51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7EF7A3-B8B4-4E83-AB3E-C1EA2B3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610A54-AAB3-4F52-900F-B3C30734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9067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 of</a:t>
            </a:r>
          </a:p>
          <a:p xmlns:a="http://schemas.openxmlformats.org/drawingml/2006/main">
            <a:pPr>
              <a:buNone/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practical learning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5EFDB7B-2B08-4296-89F6-E09B685E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906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1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UGX 1,000,000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94F9037-CF87-4A1B-B3B6-7EEEAED7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906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per learner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C81BB52-E238-4557-9AB8-149E7F7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34225"/>
            <a:ext cx="906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Same fee per learner for groups of 1–5.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B8601ED-A612-4F2D-A23F-99BF74D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58125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3 learning days each week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AE14FB-AD79-49BF-94EE-81B4FA45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86775"/>
            <a:ext cx="9067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2 in person at The National ICT Innovation Hub,</a:t>
            </a:r>
          </a:p>
          <a:p xmlns:a="http://schemas.openxmlformats.org/drawingml/2006/main">
            <a:pPr>
              <a:buNone/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Nakawa. 1 online. Other days: project work.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3DCD36-2A9E-4522-8E14-02AA210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906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Bring a Windows or Mac laptop.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55C428E-6CC8-4D3D-B45E-B9A42F6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0"/>
            <a:ext cx="906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Start date and session times: to be confirmed.</a:t>
            </a:r>
          </a:p>
        </p:txBody>
      </p:sp>
    </p:spTree>
    <p:extLst>
      <p:ext uri="{BB962C8B-B14F-4D97-AF65-F5344CB8AC3E}">
        <p14:creationId xmlns:p14="http://schemas.microsoft.com/office/powerpoint/2010/main" val="515174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FC4830-0A30-4455-8B3D-D6CE5F4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CD6334-DD52-42B6-9164-279CB23A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C2C704-2325-4083-92F0-80B113F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DECEMBER 2026 REGISTRATION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C464B4C-D445-43ED-A859-9938D76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3D1B5A0-1587-47BC-8E6D-FD74D0F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66D480-117B-4C10-947A-4C843C02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90678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 your child</a:t>
            </a:r>
          </a:p>
          <a:p xmlns:a="http://schemas.openxmlformats.org/drawingml/2006/main">
            <a:pPr>
              <a:buNone/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place to begin.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F666550-93A6-4934-83A9-65AA9D29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06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2914365-3C57-4062-9AEB-122C0D8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06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the whole programme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EC0BDF-3173-464D-A390-868FBCB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9067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Register one or more learners</a:t>
            </a:r>
          </a:p>
          <a:p xmlns:a="http://schemas.openxmlformats.org/drawingml/2006/main">
            <a:pPr>
              <a:buNone/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through the parent/guardian option.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02A0BB-A820-423B-A91C-9C9B900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7115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REGISTER YOUR CHILD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A031E34-4A1C-451E-A7C6-1A2BC29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10775"/>
            <a:ext cx="7115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</a:t>
            </a: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/n8XLwbK1QxcUsRnx5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60048A-43A8-4998-8F81-8989D07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01325"/>
            <a:ext cx="716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B2F0B95-FB99-4BDC-833D-E56EFDAE0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82f970a7c401a"/>
          <a:stretch xmlns:a="http://schemas.openxmlformats.org/drawingml/2006/main"/>
        </p:blipFill>
        <p:spPr>
          <a:xfrm xmlns:a="http://schemas.openxmlformats.org/drawingml/2006/main">
            <a:off x="8162925" y="9372600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3CA394C-9087-4176-B5B4-41F1976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87125"/>
            <a:ext cx="906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Programme capacity: 15. Availability confirmed after enquiry.</a:t>
            </a:r>
          </a:p>
        </p:txBody>
      </p:sp>
    </p:spTree>
    <p:extLst>
      <p:ext uri="{BB962C8B-B14F-4D97-AF65-F5344CB8AC3E}">
        <p14:creationId xmlns:p14="http://schemas.microsoft.com/office/powerpoint/2010/main" val="1952225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2026-10-08T10:28:48.3700000Z</dcterms:created>
  <dcterms:modified xsi:type="dcterms:W3CDTF">2026-10-08T10:28:48.3700000Z</dcterms:modified>
</coreProperties>
</file>