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ca213499c1534125" /><Relationship Type="http://schemas.openxmlformats.org/officeDocument/2006/relationships/extended-properties" Target="/docProps/app.xml" Id="R7bf4535484d14680" /><Relationship Type="http://schemas.openxmlformats.org/officeDocument/2006/relationships/officeDocument" Target="/ppt/presentation.xml" Id="R6c2d5a886ba344ed" /></Relationships>
</file>

<file path=ppt/presentation.xml><?xml version="1.0" encoding="utf-8"?>
<p:presentation xmlns:p="http://schemas.openxmlformats.org/presentationml/2006/main">
  <p:sldMasterIdLst>
    <p:sldMasterId xmlns:r="http://schemas.openxmlformats.org/officeDocument/2006/relationships" id="2147483648" r:id="R5d3213d5c60d4dc9"/>
  </p:sldMasterIdLst>
  <p:notesMasterIdLst>
    <p:notesMasterId xmlns:r="http://schemas.openxmlformats.org/officeDocument/2006/relationships" r:id="R0a24f73726c34cca"/>
  </p:notesMasterIdLst>
  <p:sldIdLst>
    <p:sldId xmlns:r="http://schemas.openxmlformats.org/officeDocument/2006/relationships" id="256" r:id="Rb99f9f29ee424f88"/>
  </p:sldIdLst>
  <p:sldSz cx="9753600" cy="188214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b1ee855a117c4938" /><Relationship Type="http://schemas.openxmlformats.org/officeDocument/2006/relationships/slideMaster" Target="/ppt/slideMasters/slideMaster1.xml" Id="R5d3213d5c60d4dc9" /><Relationship Type="http://schemas.openxmlformats.org/officeDocument/2006/relationships/notesMaster" Target="/ppt/notesMasters/notesMaster1.xml" Id="R0a24f73726c34cca" /><Relationship Type="http://schemas.openxmlformats.org/officeDocument/2006/relationships/presProps" Target="/ppt/presProps.xml" Id="R90e96057110a4bea" /><Relationship Type="http://schemas.openxmlformats.org/officeDocument/2006/relationships/tableStyles" Target="/ppt/tableStyles.xml" Id="Rac97f81818774e0a" /><Relationship Type="http://schemas.openxmlformats.org/officeDocument/2006/relationships/slide" Target="/ppt/slides/slide1.xml" Id="Rb99f9f29ee424f8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438b6b5d0224cb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8b45a1d5e1d46f4" /><Relationship Type="http://schemas.openxmlformats.org/officeDocument/2006/relationships/notesMaster" Target="/ppt/notesMasters/notesMaster1.xml" Id="Ra5306c714504402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 Sources and image handling</a:t>
            </a:r>
          </a:p>
          <a:p xmlns:a="http://schemas.openxmlformats.org/drawingml/2006/main">
            <a:r>
              <a:t/>
            </a:r>
          </a:p>
          <a:p xmlns:a="http://schemas.openxmlformats.org/drawingml/2006/main">
            <a:r>
              <a:t>Portrait: the original organiser-supplied Jotham Martin Wambi Pic.jpeg is embedded unchanged as assets/actual-portrait.jpeg. Display width 390, height 390 × 2292 / 1856. No crop, background mask, retouching, regeneration, horizontal/vertical distortion or text overlay is applied. Its original grey photographic background and complete shoulders remain visible.</a:t>
            </a:r>
          </a:p>
          <a:p xmlns:a="http://schemas.openxmlformats.org/drawingml/2006/main">
            <a:r>
              <a:t/>
            </a:r>
          </a:p>
          <a:p xmlns:a="http://schemas.openxmlformats.org/drawingml/2006/main">
            <a:r>
              <a:t>Surrounding artwork: the classroom, desk, books and mug are the previously reconstructed background from the supplied flyer. That backdrop is separate from the portrait. The original-style colour palette, handwritten footer and course panels are retained. The flyer is taller to accommodate the added learning and outcome content without shrinking the text.</a:t>
            </a:r>
          </a:p>
          <a:p xmlns:a="http://schemas.openxmlformats.org/drawingml/2006/main">
            <a:r>
              <a:t/>
            </a:r>
          </a:p>
          <a:p xmlns:a="http://schemas.openxmlformats.org/drawingml/2006/main">
            <a:r>
              <a:t>Learning topics: latest organiser-supplied text. Shared outcomes combine the duplicate practical-project and portfolio-project ideas. The prediction-model outcome is explicitly marked as Machine Learning track; track-specific Build examples remain in their respective panels.</a:t>
            </a:r>
          </a:p>
          <a:p xmlns:a="http://schemas.openxmlformats.org/drawingml/2006/main">
            <a:r>
              <a:t/>
            </a:r>
          </a:p>
          <a:p xmlns:a="http://schemas.openxmlformats.org/drawingml/2006/main">
            <a:r>
              <a:t>Technology logos: Devicon. Skill ticks and shared outcome icons: Font Awesome Free circle-check, folder-open, database, chart-column and brain; https://github.com/FortAwesome/Font-Awesome/tree/6.x/svgs/solid . Icons recoloured to the flyer palette. Existing licenses and source URLs are included in assets. Other prior icons remain from Tabler, Carbon and Microsoft Fluent Emoji. Caveat font is from Google Fonts.</a:t>
            </a:r>
          </a:p>
          <a:p xmlns:a="http://schemas.openxmlformats.org/drawingml/2006/main">
            <a:r>
              <a:t/>
            </a:r>
          </a:p>
          <a:p xmlns:a="http://schemas.openxmlformats.org/drawingml/2006/main">
            <a:r>
              <a:t>Pricing and contacts follow the supplied reference. QR opens https://wa.me/256750990718. Exact venue and dates are not supplied. The portrait JPEG is the only image of the organiser in the rendered flyer; no generated person or foreground mask is used.</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f0eaebc31d14dd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8afb35b951246e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cf61b58dfbf4693"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2dbc446e3b16440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401a1b50566c40c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e0d632aa6aa4cac"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FF15933D-1F51-4CA7-BDB0-1211A9EEC246}"/>
              </a:ext>
            </a:extLst>
          </p:cNvPr>
          <p:cNvSpPr>
            <a:spLocks xmlns:a="http://schemas.openxmlformats.org/drawingml/2006/main" noGrp="1"/>
          </p:cNvSpPr>
          <p:nvPr/>
        </p:nvSpPr>
        <p:spPr>
          <a:xfrm xmlns:a="http://schemas.openxmlformats.org/drawingml/2006/main">
            <a:off x="4632960" y="6064673"/>
            <a:ext cx="487680" cy="10456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771C796D-AA57-4CE5-8A30-21B0ABDF678E}"/>
              </a:ext>
            </a:extLst>
          </p:cNvPr>
          <p:cNvSpPr>
            <a:spLocks xmlns:a="http://schemas.openxmlformats.org/drawingml/2006/main" noGrp="1"/>
          </p:cNvSpPr>
          <p:nvPr>
            <p:ph type="title" idx="0"/>
          </p:nvPr>
        </p:nvSpPr>
        <p:spPr>
          <a:xfrm xmlns:a="http://schemas.openxmlformats.org/drawingml/2006/main">
            <a:off x="975360" y="7110307"/>
            <a:ext cx="7802880" cy="271864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Subtitle">
            <a:extLst xmlns:a="http://schemas.openxmlformats.org/drawingml/2006/main">
              <a:ext uri="{FF2B5EF4-FFF2-40B4-BE49-F238E27FC236}">
                <a16:creationId xmlns:a16="http://schemas.microsoft.com/office/drawing/2014/main" id="{E11BB4DF-F48E-46F9-9427-03A4BD4E6528}"/>
              </a:ext>
            </a:extLst>
          </p:cNvPr>
          <p:cNvSpPr>
            <a:spLocks xmlns:a="http://schemas.openxmlformats.org/drawingml/2006/main" noGrp="1"/>
          </p:cNvSpPr>
          <p:nvPr>
            <p:ph type="subTitle" idx="1"/>
          </p:nvPr>
        </p:nvSpPr>
        <p:spPr>
          <a:xfrm xmlns:a="http://schemas.openxmlformats.org/drawingml/2006/main">
            <a:off x="1463040" y="10351770"/>
            <a:ext cx="6827520" cy="2091267"/>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3" name="Accent rule">
            <a:extLst xmlns:a="http://schemas.openxmlformats.org/drawingml/2006/main">
              <a:ext uri="{FF2B5EF4-FFF2-40B4-BE49-F238E27FC236}">
                <a16:creationId xmlns:a16="http://schemas.microsoft.com/office/drawing/2014/main" id="{BAB1A492-2657-42E6-8EDF-AAEC3FF0506E}"/>
              </a:ext>
            </a:extLst>
          </p:cNvPr>
          <p:cNvSpPr>
            <a:spLocks xmlns:a="http://schemas.openxmlformats.org/drawingml/2006/main" noGrp="1"/>
          </p:cNvSpPr>
          <p:nvPr/>
        </p:nvSpPr>
        <p:spPr>
          <a:xfrm xmlns:a="http://schemas.openxmlformats.org/drawingml/2006/main">
            <a:off x="4632960" y="6796617"/>
            <a:ext cx="487680" cy="10456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Section title">
            <a:extLst xmlns:a="http://schemas.openxmlformats.org/drawingml/2006/main">
              <a:ext uri="{FF2B5EF4-FFF2-40B4-BE49-F238E27FC236}">
                <a16:creationId xmlns:a16="http://schemas.microsoft.com/office/drawing/2014/main" id="{40255E66-74B1-4E5F-B320-1509D053DFF1}"/>
              </a:ext>
            </a:extLst>
          </p:cNvPr>
          <p:cNvSpPr>
            <a:spLocks xmlns:a="http://schemas.openxmlformats.org/drawingml/2006/main" noGrp="1"/>
          </p:cNvSpPr>
          <p:nvPr>
            <p:ph type="title" idx="0"/>
          </p:nvPr>
        </p:nvSpPr>
        <p:spPr>
          <a:xfrm xmlns:a="http://schemas.openxmlformats.org/drawingml/2006/main">
            <a:off x="975360" y="7842250"/>
            <a:ext cx="7802880" cy="31369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188C0E8B-E421-4A48-A338-50C67072D623}"/>
              </a:ext>
            </a:extLst>
          </p:cNvPr>
          <p:cNvSpPr>
            <a:spLocks xmlns:a="http://schemas.openxmlformats.org/drawingml/2006/main" noGrp="1"/>
          </p:cNvSpPr>
          <p:nvPr/>
        </p:nvSpPr>
        <p:spPr>
          <a:xfrm xmlns:a="http://schemas.openxmlformats.org/drawingml/2006/main">
            <a:off x="548640" y="4182533"/>
            <a:ext cx="487680" cy="10456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80D3698C-DBC8-4F8A-8FA8-BEDB52ABCC11}"/>
              </a:ext>
            </a:extLst>
          </p:cNvPr>
          <p:cNvSpPr>
            <a:spLocks xmlns:a="http://schemas.openxmlformats.org/drawingml/2006/main" noGrp="1"/>
          </p:cNvSpPr>
          <p:nvPr>
            <p:ph type="title" idx="0"/>
          </p:nvPr>
        </p:nvSpPr>
        <p:spPr>
          <a:xfrm xmlns:a="http://schemas.openxmlformats.org/drawingml/2006/main">
            <a:off x="548640" y="1463887"/>
            <a:ext cx="8656320" cy="23003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Body">
            <a:extLst xmlns:a="http://schemas.openxmlformats.org/drawingml/2006/main">
              <a:ext uri="{FF2B5EF4-FFF2-40B4-BE49-F238E27FC236}">
                <a16:creationId xmlns:a16="http://schemas.microsoft.com/office/drawing/2014/main" id="{7E2FBE40-BC8B-4CA8-A9C1-D714DDA2D0D9}"/>
              </a:ext>
            </a:extLst>
          </p:cNvPr>
          <p:cNvSpPr>
            <a:spLocks xmlns:a="http://schemas.openxmlformats.org/drawingml/2006/main" noGrp="1"/>
          </p:cNvSpPr>
          <p:nvPr>
            <p:ph type="body" idx="1"/>
          </p:nvPr>
        </p:nvSpPr>
        <p:spPr>
          <a:xfrm xmlns:a="http://schemas.openxmlformats.org/drawingml/2006/main">
            <a:off x="548640" y="5228167"/>
            <a:ext cx="8656320" cy="117110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5" name="Accent rule">
            <a:extLst xmlns:a="http://schemas.openxmlformats.org/drawingml/2006/main">
              <a:ext uri="{FF2B5EF4-FFF2-40B4-BE49-F238E27FC236}">
                <a16:creationId xmlns:a16="http://schemas.microsoft.com/office/drawing/2014/main" id="{B38D5FD9-0723-462E-953D-AFE627985CD7}"/>
              </a:ext>
            </a:extLst>
          </p:cNvPr>
          <p:cNvSpPr>
            <a:spLocks xmlns:a="http://schemas.openxmlformats.org/drawingml/2006/main" noGrp="1"/>
          </p:cNvSpPr>
          <p:nvPr/>
        </p:nvSpPr>
        <p:spPr>
          <a:xfrm xmlns:a="http://schemas.openxmlformats.org/drawingml/2006/main">
            <a:off x="548640" y="4182533"/>
            <a:ext cx="487680" cy="10456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9CCE3845-BF1C-4A6B-A3C2-093DD73C3E61}"/>
              </a:ext>
            </a:extLst>
          </p:cNvPr>
          <p:cNvSpPr>
            <a:spLocks xmlns:a="http://schemas.openxmlformats.org/drawingml/2006/main" noGrp="1"/>
          </p:cNvSpPr>
          <p:nvPr>
            <p:ph type="title" idx="0"/>
          </p:nvPr>
        </p:nvSpPr>
        <p:spPr>
          <a:xfrm xmlns:a="http://schemas.openxmlformats.org/drawingml/2006/main">
            <a:off x="548640" y="1463887"/>
            <a:ext cx="8656320" cy="23003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4A24BB0D-A863-4093-9A67-FDECBB7D1971}"/>
              </a:ext>
            </a:extLst>
          </p:cNvPr>
          <p:cNvSpPr>
            <a:spLocks xmlns:a="http://schemas.openxmlformats.org/drawingml/2006/main" noGrp="1"/>
          </p:cNvSpPr>
          <p:nvPr>
            <p:ph type="body" idx="1"/>
          </p:nvPr>
        </p:nvSpPr>
        <p:spPr>
          <a:xfrm xmlns:a="http://schemas.openxmlformats.org/drawingml/2006/main">
            <a:off x="548640" y="5228167"/>
            <a:ext cx="4023360" cy="117110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
        <p:nvSpPr>
          <p:cNvPr id="4" name="Right column">
            <a:extLst xmlns:a="http://schemas.openxmlformats.org/drawingml/2006/main">
              <a:ext uri="{FF2B5EF4-FFF2-40B4-BE49-F238E27FC236}">
                <a16:creationId xmlns:a16="http://schemas.microsoft.com/office/drawing/2014/main" id="{27AAD6CC-1AB9-482E-AA88-E6A22685BD25}"/>
              </a:ext>
            </a:extLst>
          </p:cNvPr>
          <p:cNvSpPr>
            <a:spLocks xmlns:a="http://schemas.openxmlformats.org/drawingml/2006/main" noGrp="1"/>
          </p:cNvSpPr>
          <p:nvPr>
            <p:ph type="body" idx="2"/>
          </p:nvPr>
        </p:nvSpPr>
        <p:spPr>
          <a:xfrm xmlns:a="http://schemas.openxmlformats.org/drawingml/2006/main">
            <a:off x="5181600" y="5228167"/>
            <a:ext cx="4023360" cy="117110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4" name="Accent rule">
            <a:extLst xmlns:a="http://schemas.openxmlformats.org/drawingml/2006/main">
              <a:ext uri="{FF2B5EF4-FFF2-40B4-BE49-F238E27FC236}">
                <a16:creationId xmlns:a16="http://schemas.microsoft.com/office/drawing/2014/main" id="{E6E0E059-7108-4D92-913B-1EA6787EE8F4}"/>
              </a:ext>
            </a:extLst>
          </p:cNvPr>
          <p:cNvSpPr>
            <a:spLocks xmlns:a="http://schemas.openxmlformats.org/drawingml/2006/main" noGrp="1"/>
          </p:cNvSpPr>
          <p:nvPr/>
        </p:nvSpPr>
        <p:spPr>
          <a:xfrm xmlns:a="http://schemas.openxmlformats.org/drawingml/2006/main">
            <a:off x="548640" y="4182533"/>
            <a:ext cx="487680" cy="104563"/>
          </a:xfrm>
          <a:prstGeom xmlns:a="http://schemas.openxmlformats.org/drawingml/2006/main" prst="rect">
            <a:avLst/>
          </a:prstGeom>
          <a:solidFill xmlns:a="http://schemas.openxmlformats.org/drawingml/2006/main">
            <a:schemeClr val="accent1"/>
          </a:solidFill>
          <a:ln xmlns:a="http://schemas.openxmlformats.org/drawingml/2006/main">
            <a:noFill/>
            <a:prstDash val="solid"/>
          </a:ln>
        </p:spPr>
      </p:sp>
      <p:sp>
        <p:nvSpPr>
          <p:cNvPr id="2" name="Title">
            <a:extLst xmlns:a="http://schemas.openxmlformats.org/drawingml/2006/main">
              <a:ext uri="{FF2B5EF4-FFF2-40B4-BE49-F238E27FC236}">
                <a16:creationId xmlns:a16="http://schemas.microsoft.com/office/drawing/2014/main" id="{234D3C79-AA4E-40B7-89DA-6968406DADE9}"/>
              </a:ext>
            </a:extLst>
          </p:cNvPr>
          <p:cNvSpPr>
            <a:spLocks xmlns:a="http://schemas.openxmlformats.org/drawingml/2006/main" noGrp="1"/>
          </p:cNvSpPr>
          <p:nvPr>
            <p:ph type="title" idx="0"/>
          </p:nvPr>
        </p:nvSpPr>
        <p:spPr>
          <a:xfrm xmlns:a="http://schemas.openxmlformats.org/drawingml/2006/main">
            <a:off x="548640" y="1463887"/>
            <a:ext cx="8656320" cy="23003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3" name="Left column">
            <a:extLst xmlns:a="http://schemas.openxmlformats.org/drawingml/2006/main">
              <a:ext uri="{FF2B5EF4-FFF2-40B4-BE49-F238E27FC236}">
                <a16:creationId xmlns:a16="http://schemas.microsoft.com/office/drawing/2014/main" id="{C4BF3E65-D1E5-46EC-9B82-DE331AB4CDCA}"/>
              </a:ext>
            </a:extLst>
          </p:cNvPr>
          <p:cNvSpPr>
            <a:spLocks xmlns:a="http://schemas.openxmlformats.org/drawingml/2006/main" noGrp="1"/>
          </p:cNvSpPr>
          <p:nvPr>
            <p:ph type="body" idx="1"/>
          </p:nvPr>
        </p:nvSpPr>
        <p:spPr>
          <a:xfrm xmlns:a="http://schemas.openxmlformats.org/drawingml/2006/main">
            <a:off x="548640" y="5228167"/>
            <a:ext cx="4023360" cy="11711093"/>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lvl1pPr marL="182880" indent="-182880">
              <a:lnSpc>
                <a:spcPct val="110000"/>
              </a:lnSpc>
              <a:spcBef>
                <a:spcPts val="0"/>
              </a:spcBef>
              <a:spcAft>
                <a:spcPts val="960"/>
              </a:spcAft>
              <a:buChar char="•"/>
            </a:lvl1pPr>
            <a:lvl2pPr marL="426720" indent="-182880">
              <a:lnSpc>
                <a:spcPct val="110000"/>
              </a:lnSpc>
              <a:spcBef>
                <a:spcPts val="0"/>
              </a:spcBef>
              <a:spcAft>
                <a:spcPts val="960"/>
              </a:spcAft>
              <a:buChar char="•"/>
            </a:lvl2pPr>
            <a:lvl3pPr marL="670560" indent="-182880">
              <a:lnSpc>
                <a:spcPct val="110000"/>
              </a:lnSpc>
              <a:spcBef>
                <a:spcPts val="0"/>
              </a:spcBef>
              <a:spcAft>
                <a:spcPts val="960"/>
              </a:spcAft>
              <a:buChar char="•"/>
            </a:lvl3pPr>
            <a:lvl4pPr marL="914400" indent="-182880">
              <a:lnSpc>
                <a:spcPct val="110000"/>
              </a:lnSpc>
              <a:spcBef>
                <a:spcPts val="0"/>
              </a:spcBef>
              <a:spcAft>
                <a:spcPts val="960"/>
              </a:spcAft>
              <a:buChar char="•"/>
            </a:lvl4pPr>
            <a:lvl5pPr marL="1158240" indent="-182880">
              <a:lnSpc>
                <a:spcPct val="110000"/>
              </a:lnSpc>
              <a:spcBef>
                <a:spcPts val="0"/>
              </a:spcBef>
              <a:spcAft>
                <a:spcPts val="960"/>
              </a:spcAft>
              <a:buChar char="•"/>
            </a:lvl5pPr>
            <a:lvl6pPr marL="1402080" indent="-182880">
              <a:lnSpc>
                <a:spcPct val="110000"/>
              </a:lnSpc>
              <a:spcBef>
                <a:spcPts val="0"/>
              </a:spcBef>
              <a:spcAft>
                <a:spcPts val="960"/>
              </a:spcAft>
              <a:buChar char="•"/>
            </a:lvl6pPr>
            <a:lvl7pPr marL="1645920" indent="-182880">
              <a:lnSpc>
                <a:spcPct val="110000"/>
              </a:lnSpc>
              <a:spcBef>
                <a:spcPts val="0"/>
              </a:spcBef>
              <a:spcAft>
                <a:spcPts val="960"/>
              </a:spcAft>
              <a:buChar char="•"/>
            </a:lvl7pPr>
            <a:lvl8pPr marL="1889760" indent="-182880">
              <a:lnSpc>
                <a:spcPct val="110000"/>
              </a:lnSpc>
              <a:spcBef>
                <a:spcPts val="0"/>
              </a:spcBef>
              <a:spcAft>
                <a:spcPts val="960"/>
              </a:spcAft>
              <a:buChar char="•"/>
            </a:lvl8pPr>
            <a:lvl9pPr marL="2133600" indent="-182880">
              <a:lnSpc>
                <a:spcPct val="110000"/>
              </a:lnSpc>
              <a:spcBef>
                <a:spcPts val="0"/>
              </a:spcBef>
              <a:spcAft>
                <a:spcPts val="96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e413521da674c0b" /><Relationship Type="http://schemas.openxmlformats.org/officeDocument/2006/relationships/slideLayout" Target="/ppt/slideLayouts/slideLayout1.xml" Id="R5f8edd2fd8854dbd" /><Relationship Type="http://schemas.openxmlformats.org/officeDocument/2006/relationships/slideLayout" Target="/ppt/slideLayouts/slideLayout2.xml" Id="Rb6896f16a025472d" /><Relationship Type="http://schemas.openxmlformats.org/officeDocument/2006/relationships/slideLayout" Target="/ppt/slideLayouts/slideLayout3.xml" Id="R1396f1df48b0468d" /><Relationship Type="http://schemas.openxmlformats.org/officeDocument/2006/relationships/slideLayout" Target="/ppt/slideLayouts/slideLayout4.xml" Id="R4dd94b5f2f9946a1" /><Relationship Type="http://schemas.openxmlformats.org/officeDocument/2006/relationships/slideLayout" Target="/ppt/slideLayouts/slideLayout5.xml" Id="R451c27faa92d4c4c" /><Relationship Type="http://schemas.openxmlformats.org/officeDocument/2006/relationships/slideLayout" Target="/ppt/slideLayouts/slideLayout6.xml" Id="Rfe92e4a67d66420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f8edd2fd8854dbd"/>
    <p:sldLayoutId xmlns:r="http://schemas.openxmlformats.org/officeDocument/2006/relationships" id="2147483650" r:id="Rb6896f16a025472d"/>
    <p:sldLayoutId xmlns:r="http://schemas.openxmlformats.org/officeDocument/2006/relationships" id="2147483651" r:id="R1396f1df48b0468d"/>
    <p:sldLayoutId xmlns:r="http://schemas.openxmlformats.org/officeDocument/2006/relationships" id="2147483652" r:id="R4dd94b5f2f9946a1"/>
    <p:sldLayoutId xmlns:r="http://schemas.openxmlformats.org/officeDocument/2006/relationships" id="2147483653" r:id="R451c27faa92d4c4c"/>
    <p:sldLayoutId xmlns:r="http://schemas.openxmlformats.org/officeDocument/2006/relationships" id="2147483654" r:id="Rfe92e4a67d66420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da541515458547ff" /><Relationship Type="http://schemas.openxmlformats.org/officeDocument/2006/relationships/image" Target="/ppt/media/image.png" Id="R39fbb58a112b4770" /><Relationship Type="http://schemas.openxmlformats.org/officeDocument/2006/relationships/image" Target="/ppt/media/image2.png" Id="R39d0a8e2c2f84a34" /><Relationship Type="http://schemas.openxmlformats.org/officeDocument/2006/relationships/image" Target="/ppt/media/image3.png" Id="Rd5770fee823b4d51" /><Relationship Type="http://schemas.openxmlformats.org/officeDocument/2006/relationships/image" Target="/ppt/media/image4.png" Id="Rae6df6492fe647d3" /><Relationship Type="http://schemas.openxmlformats.org/officeDocument/2006/relationships/image" Target="/ppt/media/image5.png" Id="Rd9d66304c36a4c3a" /><Relationship Type="http://schemas.openxmlformats.org/officeDocument/2006/relationships/image" Target="/ppt/media/image6.png" Id="R618bd721a49d4380" /><Relationship Type="http://schemas.openxmlformats.org/officeDocument/2006/relationships/image" Target="/ppt/media/image7.png" Id="Rc87b8c6e358f4114" /><Relationship Type="http://schemas.openxmlformats.org/officeDocument/2006/relationships/image" Target="/ppt/media/image8.png" Id="R033578032ae04d11" /><Relationship Type="http://schemas.openxmlformats.org/officeDocument/2006/relationships/image" Target="/ppt/media/image9.png" Id="R795b744674034634" /><Relationship Type="http://schemas.openxmlformats.org/officeDocument/2006/relationships/image" Target="/ppt/media/image10.png" Id="Rf064f62d2f8048d7" /><Relationship Type="http://schemas.openxmlformats.org/officeDocument/2006/relationships/image" Target="/ppt/media/image11.png" Id="R045dd524fdeb46f3" /><Relationship Type="http://schemas.openxmlformats.org/officeDocument/2006/relationships/image" Target="/ppt/media/image12.png" Id="R37e6d1728b984a09" /><Relationship Type="http://schemas.openxmlformats.org/officeDocument/2006/relationships/image" Target="/ppt/media/image13.png" Id="R313107f87611400d" /><Relationship Type="http://schemas.openxmlformats.org/officeDocument/2006/relationships/image" Target="/ppt/media/image14.png" Id="R184dab8fbf014fee" /><Relationship Type="http://schemas.openxmlformats.org/officeDocument/2006/relationships/image" Target="/ppt/media/image15.png" Id="R776ba0269cdd4690" /><Relationship Type="http://schemas.openxmlformats.org/officeDocument/2006/relationships/image" Target="/ppt/media/image16.png" Id="Rc389503a8ab34c78" /><Relationship Type="http://schemas.openxmlformats.org/officeDocument/2006/relationships/image" Target="/ppt/media/image17.png" Id="R82cec54851274576" /><Relationship Type="http://schemas.openxmlformats.org/officeDocument/2006/relationships/image" Target="/ppt/media/image18.png" Id="Rc3a28f023f2a4dff" /><Relationship Type="http://schemas.openxmlformats.org/officeDocument/2006/relationships/image" Target="/ppt/media/image19.png" Id="R49d257d4d6e841ab" /><Relationship Type="http://schemas.openxmlformats.org/officeDocument/2006/relationships/image" Target="/ppt/media/image20.png" Id="Rc1de52c49d36477e" /><Relationship Type="http://schemas.openxmlformats.org/officeDocument/2006/relationships/image" Target="/ppt/media/image21.png" Id="R27573abc41ee4bdc" /><Relationship Type="http://schemas.openxmlformats.org/officeDocument/2006/relationships/image" Target="/ppt/media/image22.png" Id="Rbe28c2ee777b4982" /><Relationship Type="http://schemas.openxmlformats.org/officeDocument/2006/relationships/image" Target="/ppt/media/image23.png" Id="Rac369768bc3542d9" /><Relationship Type="http://schemas.openxmlformats.org/officeDocument/2006/relationships/image" Target="/ppt/media/image24.png" Id="R1270881c946e43b3" /><Relationship Type="http://schemas.openxmlformats.org/officeDocument/2006/relationships/image" Target="/ppt/media/image25.png" Id="R16d7fd939c0b49c1" /><Relationship Type="http://schemas.openxmlformats.org/officeDocument/2006/relationships/image" Target="/ppt/media/image26.png" Id="R31500dda08a74cd7" /><Relationship Type="http://schemas.openxmlformats.org/officeDocument/2006/relationships/image" Target="/ppt/media/image27.png" Id="Rcc9ac1f777fd4086" /><Relationship Type="http://schemas.openxmlformats.org/officeDocument/2006/relationships/image" Target="/ppt/media/image28.png" Id="R4aeeee7c7ac14e06" /><Relationship Type="http://schemas.openxmlformats.org/officeDocument/2006/relationships/image" Target="/ppt/media/image29.png" Id="R1021de659ab448cb" /><Relationship Type="http://schemas.openxmlformats.org/officeDocument/2006/relationships/image" Target="/ppt/media/image30.png" Id="Rff1554bb248b42b9" /><Relationship Type="http://schemas.openxmlformats.org/officeDocument/2006/relationships/image" Target="/ppt/media/image.jpeg" Id="Rb7e49e94f5324ac6" /><Relationship Type="http://schemas.openxmlformats.org/officeDocument/2006/relationships/image" Target="/ppt/media/image31.png" Id="R5f84338c8ef04784" /><Relationship Type="http://schemas.openxmlformats.org/officeDocument/2006/relationships/image" Target="/ppt/media/image32.png" Id="Ra076914c1d774bc2" /><Relationship Type="http://schemas.openxmlformats.org/officeDocument/2006/relationships/image" Target="/ppt/media/image33.png" Id="R2b0fdabea83b400f" /><Relationship Type="http://schemas.openxmlformats.org/officeDocument/2006/relationships/image" Target="/ppt/media/image34.png" Id="R6fa4709169d14062" /><Relationship Type="http://schemas.openxmlformats.org/officeDocument/2006/relationships/notesSlide" Target="/ppt/notesSlides/notesSlide1.xml" Id="R93d28d82f47a41a6"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pic>
        <p:nvPicPr>
          <p:cNvPr id="117" name=""/>
          <p:cNvPicPr>
            <a:picLocks xmlns:a="http://schemas.openxmlformats.org/drawingml/2006/main" noChangeAspect="1"/>
          </p:cNvPicPr>
          <p:nvPr/>
        </p:nvPicPr>
        <p:blipFill>
          <a:blip xmlns:r="http://schemas.openxmlformats.org/officeDocument/2006/relationships" xmlns:a="http://schemas.openxmlformats.org/drawingml/2006/main" r:embed="R39fbb58a112b4770"/>
          <a:stretch xmlns:a="http://schemas.openxmlformats.org/drawingml/2006/main"/>
        </p:blipFill>
        <p:spPr>
          <a:xfrm xmlns:a="http://schemas.openxmlformats.org/drawingml/2006/main">
            <a:off x="0" y="0"/>
            <a:ext cx="9753600" cy="5886450"/>
          </a:xfrm>
          <a:prstGeom xmlns:a="http://schemas.openxmlformats.org/drawingml/2006/main" prst="rect">
            <a:avLst/>
          </a:prstGeom>
        </p:spPr>
      </p:pic>
      <p:pic>
        <p:nvPicPr>
          <p:cNvPr id="118" name=""/>
          <p:cNvPicPr>
            <a:picLocks xmlns:a="http://schemas.openxmlformats.org/drawingml/2006/main" noChangeAspect="1"/>
          </p:cNvPicPr>
          <p:nvPr/>
        </p:nvPicPr>
        <p:blipFill>
          <a:blip xmlns:r="http://schemas.openxmlformats.org/officeDocument/2006/relationships" xmlns:a="http://schemas.openxmlformats.org/drawingml/2006/main" r:embed="R39d0a8e2c2f84a34"/>
          <a:stretch xmlns:a="http://schemas.openxmlformats.org/drawingml/2006/main"/>
        </p:blipFill>
        <p:spPr>
          <a:xfrm xmlns:a="http://schemas.openxmlformats.org/drawingml/2006/main">
            <a:off x="0" y="15430500"/>
            <a:ext cx="9753600" cy="3390900"/>
          </a:xfrm>
          <a:prstGeom xmlns:a="http://schemas.openxmlformats.org/drawingml/2006/main" prst="rect">
            <a:avLst/>
          </a:prstGeom>
        </p:spPr>
      </p:pic>
      <p:pic>
        <p:nvPicPr>
          <p:cNvPr id="119" name=""/>
          <p:cNvPicPr>
            <a:picLocks xmlns:a="http://schemas.openxmlformats.org/drawingml/2006/main" noChangeAspect="1"/>
          </p:cNvPicPr>
          <p:nvPr/>
        </p:nvPicPr>
        <p:blipFill>
          <a:blip xmlns:r="http://schemas.openxmlformats.org/officeDocument/2006/relationships" xmlns:a="http://schemas.openxmlformats.org/drawingml/2006/main" r:embed="Rd5770fee823b4d51"/>
          <a:stretch xmlns:a="http://schemas.openxmlformats.org/drawingml/2006/main"/>
        </p:blipFill>
        <p:spPr>
          <a:xfrm xmlns:a="http://schemas.openxmlformats.org/drawingml/2006/main">
            <a:off x="0" y="15430500"/>
            <a:ext cx="9753600" cy="3390900"/>
          </a:xfrm>
          <a:prstGeom xmlns:a="http://schemas.openxmlformats.org/drawingml/2006/main" prst="rect">
            <a:avLst/>
          </a:prstGeom>
        </p:spPr>
      </p:pic>
      <p:pic>
        <p:nvPicPr>
          <p:cNvPr id="120" name=""/>
          <p:cNvPicPr>
            <a:picLocks xmlns:a="http://schemas.openxmlformats.org/drawingml/2006/main" noChangeAspect="1"/>
          </p:cNvPicPr>
          <p:nvPr/>
        </p:nvPicPr>
        <p:blipFill>
          <a:blip xmlns:r="http://schemas.openxmlformats.org/officeDocument/2006/relationships" xmlns:a="http://schemas.openxmlformats.org/drawingml/2006/main" r:embed="Rae6df6492fe647d3"/>
          <a:stretch xmlns:a="http://schemas.openxmlformats.org/drawingml/2006/main"/>
        </p:blipFill>
        <p:spPr>
          <a:xfrm xmlns:a="http://schemas.openxmlformats.org/drawingml/2006/main">
            <a:off x="0" y="0"/>
            <a:ext cx="5334000" cy="5886450"/>
          </a:xfrm>
          <a:prstGeom xmlns:a="http://schemas.openxmlformats.org/drawingml/2006/main" prst="rect">
            <a:avLst/>
          </a:prstGeom>
        </p:spPr>
      </p:pic>
      <p:sp>
        <p:nvSpPr>
          <p:cNvPr id="5" name="Intake">
            <a:extLst xmlns:a="http://schemas.openxmlformats.org/drawingml/2006/main">
              <a:ext uri="{FF2B5EF4-FFF2-40B4-BE49-F238E27FC236}">
                <a16:creationId xmlns:a16="http://schemas.microsoft.com/office/drawing/2014/main" id="{009D75AA-1B37-4AE1-8131-4CAEDA34A568}"/>
              </a:ext>
            </a:extLst>
          </p:cNvPr>
          <p:cNvSpPr>
            <a:spLocks xmlns:a="http://schemas.openxmlformats.org/drawingml/2006/main" noGrp="1"/>
          </p:cNvSpPr>
          <p:nvPr/>
        </p:nvSpPr>
        <p:spPr>
          <a:xfrm xmlns:a="http://schemas.openxmlformats.org/drawingml/2006/main" rot="0">
            <a:off x="400050" y="428625"/>
            <a:ext cx="4762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00496A"/>
                </a:solidFill>
                <a:latin typeface="Arial"/>
                <a:ea typeface="Arial"/>
                <a:cs typeface="Arial"/>
              </a:defRPr>
            </a:pPr>
            <a:r>
              <a:rPr sz="1875" b="0">
                <a:solidFill>
                  <a:srgbClr val="00496A"/>
                </a:solidFill>
                <a:latin typeface="Arial"/>
                <a:ea typeface="Arial"/>
                <a:cs typeface="Arial"/>
              </a:rPr>
              <a:t>D E C E M B E R   2 0 2 6   I N T A K E</a:t>
            </a:r>
          </a:p>
        </p:txBody>
      </p:sp>
      <p:sp>
        <p:nvSpPr>
          <p:cNvPr id="6" name="Holiday title">
            <a:extLst xmlns:a="http://schemas.openxmlformats.org/drawingml/2006/main">
              <a:ext uri="{FF2B5EF4-FFF2-40B4-BE49-F238E27FC236}">
                <a16:creationId xmlns:a16="http://schemas.microsoft.com/office/drawing/2014/main" id="{5A26632A-850E-42E0-88A0-D005DCCE7CB9}"/>
              </a:ext>
            </a:extLst>
          </p:cNvPr>
          <p:cNvSpPr>
            <a:spLocks xmlns:a="http://schemas.openxmlformats.org/drawingml/2006/main" noGrp="1"/>
          </p:cNvSpPr>
          <p:nvPr/>
        </p:nvSpPr>
        <p:spPr>
          <a:xfrm xmlns:a="http://schemas.openxmlformats.org/drawingml/2006/main" rot="0">
            <a:off x="333375" y="723900"/>
            <a:ext cx="5238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75" b="0">
                <a:solidFill>
                  <a:srgbClr val="002342"/>
                </a:solidFill>
                <a:latin typeface="Arial Black"/>
                <a:ea typeface="Arial Black"/>
                <a:cs typeface="Arial Black"/>
              </a:defRPr>
            </a:pPr>
            <a:r>
              <a:rPr sz="7575" b="0">
                <a:solidFill>
                  <a:srgbClr val="002342"/>
                </a:solidFill>
                <a:latin typeface="Arial Black"/>
                <a:ea typeface="Arial Black"/>
                <a:cs typeface="Arial Black"/>
              </a:rPr>
              <a:t>HOLIDAY</a:t>
            </a:r>
          </a:p>
        </p:txBody>
      </p:sp>
      <p:sp>
        <p:nvSpPr>
          <p:cNvPr id="7" name="Data title">
            <a:extLst xmlns:a="http://schemas.openxmlformats.org/drawingml/2006/main">
              <a:ext uri="{FF2B5EF4-FFF2-40B4-BE49-F238E27FC236}">
                <a16:creationId xmlns:a16="http://schemas.microsoft.com/office/drawing/2014/main" id="{8DA0ABA3-160C-4DEB-AD11-3D78C5616E98}"/>
              </a:ext>
            </a:extLst>
          </p:cNvPr>
          <p:cNvSpPr>
            <a:spLocks xmlns:a="http://schemas.openxmlformats.org/drawingml/2006/main" noGrp="1"/>
          </p:cNvSpPr>
          <p:nvPr/>
        </p:nvSpPr>
        <p:spPr>
          <a:xfrm xmlns:a="http://schemas.openxmlformats.org/drawingml/2006/main" rot="0">
            <a:off x="342900" y="1676400"/>
            <a:ext cx="30003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7DDD"/>
                </a:solidFill>
                <a:latin typeface="Arial Black"/>
                <a:ea typeface="Arial Black"/>
                <a:cs typeface="Arial Black"/>
              </a:defRPr>
            </a:pPr>
            <a:r>
              <a:rPr sz="7800" b="0">
                <a:solidFill>
                  <a:srgbClr val="007DDD"/>
                </a:solidFill>
                <a:latin typeface="Arial Black"/>
                <a:ea typeface="Arial Black"/>
                <a:cs typeface="Arial Black"/>
              </a:rPr>
              <a:t>DATA</a:t>
            </a:r>
          </a:p>
        </p:txBody>
      </p:sp>
      <p:sp>
        <p:nvSpPr>
          <p:cNvPr id="8" name="Ampersand">
            <a:extLst xmlns:a="http://schemas.openxmlformats.org/drawingml/2006/main">
              <a:ext uri="{FF2B5EF4-FFF2-40B4-BE49-F238E27FC236}">
                <a16:creationId xmlns:a16="http://schemas.microsoft.com/office/drawing/2014/main" id="{2B90F321-A4B7-4DFF-B8CE-5ED0263666E2}"/>
              </a:ext>
            </a:extLst>
          </p:cNvPr>
          <p:cNvSpPr>
            <a:spLocks xmlns:a="http://schemas.openxmlformats.org/drawingml/2006/main" noGrp="1"/>
          </p:cNvSpPr>
          <p:nvPr/>
        </p:nvSpPr>
        <p:spPr>
          <a:xfrm xmlns:a="http://schemas.openxmlformats.org/drawingml/2006/main" rot="0">
            <a:off x="3257550" y="1676400"/>
            <a:ext cx="904875"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692BCB"/>
                </a:solidFill>
                <a:latin typeface="Arial Black"/>
                <a:ea typeface="Arial Black"/>
                <a:cs typeface="Arial Black"/>
              </a:defRPr>
            </a:pPr>
            <a:r>
              <a:rPr sz="7500" b="0">
                <a:solidFill>
                  <a:srgbClr val="692BCB"/>
                </a:solidFill>
                <a:latin typeface="Arial Black"/>
                <a:ea typeface="Arial Black"/>
                <a:cs typeface="Arial Black"/>
              </a:rPr>
              <a:t>&amp;</a:t>
            </a:r>
          </a:p>
        </p:txBody>
      </p:sp>
      <p:sp>
        <p:nvSpPr>
          <p:cNvPr id="9" name="AI title">
            <a:extLst xmlns:a="http://schemas.openxmlformats.org/drawingml/2006/main">
              <a:ext uri="{FF2B5EF4-FFF2-40B4-BE49-F238E27FC236}">
                <a16:creationId xmlns:a16="http://schemas.microsoft.com/office/drawing/2014/main" id="{6652CC40-300C-48AA-89E9-1A88919BD18F}"/>
              </a:ext>
            </a:extLst>
          </p:cNvPr>
          <p:cNvSpPr>
            <a:spLocks xmlns:a="http://schemas.openxmlformats.org/drawingml/2006/main" noGrp="1"/>
          </p:cNvSpPr>
          <p:nvPr/>
        </p:nvSpPr>
        <p:spPr>
          <a:xfrm xmlns:a="http://schemas.openxmlformats.org/drawingml/2006/main" rot="0">
            <a:off x="4162425" y="1676400"/>
            <a:ext cx="1276350" cy="1181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500" b="0">
                <a:solidFill>
                  <a:srgbClr val="0349D2"/>
                </a:solidFill>
                <a:latin typeface="Arial Black"/>
                <a:ea typeface="Arial Black"/>
                <a:cs typeface="Arial Black"/>
              </a:defRPr>
            </a:pPr>
            <a:r>
              <a:rPr sz="7500" b="0">
                <a:solidFill>
                  <a:srgbClr val="0349D2"/>
                </a:solidFill>
                <a:latin typeface="Arial Black"/>
                <a:ea typeface="Arial Black"/>
                <a:cs typeface="Arial Black"/>
              </a:rPr>
              <a:t>AI</a:t>
            </a:r>
          </a:p>
        </p:txBody>
      </p:sp>
      <p:sp>
        <p:nvSpPr>
          <p:cNvPr id="10" name="Camp title">
            <a:extLst xmlns:a="http://schemas.openxmlformats.org/drawingml/2006/main">
              <a:ext uri="{FF2B5EF4-FFF2-40B4-BE49-F238E27FC236}">
                <a16:creationId xmlns:a16="http://schemas.microsoft.com/office/drawing/2014/main" id="{D499334C-6B64-4AEC-976A-026E57C771E8}"/>
              </a:ext>
            </a:extLst>
          </p:cNvPr>
          <p:cNvSpPr>
            <a:spLocks xmlns:a="http://schemas.openxmlformats.org/drawingml/2006/main" noGrp="1"/>
          </p:cNvSpPr>
          <p:nvPr/>
        </p:nvSpPr>
        <p:spPr>
          <a:xfrm xmlns:a="http://schemas.openxmlformats.org/drawingml/2006/main" rot="0">
            <a:off x="342900" y="2571750"/>
            <a:ext cx="4381500" cy="1190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7800" b="0">
                <a:solidFill>
                  <a:srgbClr val="002342"/>
                </a:solidFill>
                <a:latin typeface="Arial Black"/>
                <a:ea typeface="Arial Black"/>
                <a:cs typeface="Arial Black"/>
              </a:defRPr>
            </a:pPr>
            <a:r>
              <a:rPr sz="7800" b="0">
                <a:solidFill>
                  <a:srgbClr val="002342"/>
                </a:solidFill>
                <a:latin typeface="Arial Black"/>
                <a:ea typeface="Arial Black"/>
                <a:cs typeface="Arial Black"/>
              </a:rPr>
              <a:t>CAMP</a:t>
            </a:r>
          </a:p>
        </p:txBody>
      </p:sp>
      <p:sp>
        <p:nvSpPr>
          <p:cNvPr id="11" name="Promise line one">
            <a:extLst xmlns:a="http://schemas.openxmlformats.org/drawingml/2006/main">
              <a:ext uri="{FF2B5EF4-FFF2-40B4-BE49-F238E27FC236}">
                <a16:creationId xmlns:a16="http://schemas.microsoft.com/office/drawing/2014/main" id="{6CF1871D-6DB0-446D-A3F0-A4F0425DCE11}"/>
              </a:ext>
            </a:extLst>
          </p:cNvPr>
          <p:cNvSpPr>
            <a:spLocks xmlns:a="http://schemas.openxmlformats.org/drawingml/2006/main" noGrp="1"/>
          </p:cNvSpPr>
          <p:nvPr/>
        </p:nvSpPr>
        <p:spPr>
          <a:xfrm xmlns:a="http://schemas.openxmlformats.org/drawingml/2006/main" rot="0">
            <a:off x="390525" y="3990975"/>
            <a:ext cx="4572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2342"/>
                </a:solidFill>
                <a:latin typeface="Arial Narrow"/>
                <a:ea typeface="Arial Narrow"/>
                <a:cs typeface="Arial Narrow"/>
              </a:defRPr>
            </a:pPr>
            <a:r>
              <a:rPr sz="2400" b="1">
                <a:solidFill>
                  <a:srgbClr val="002342"/>
                </a:solidFill>
                <a:latin typeface="Arial Narrow"/>
                <a:ea typeface="Arial Narrow"/>
                <a:cs typeface="Arial Narrow"/>
              </a:rPr>
              <a:t>Practical skills. Real projects.</a:t>
            </a:r>
          </a:p>
        </p:txBody>
      </p:sp>
      <p:sp>
        <p:nvSpPr>
          <p:cNvPr id="12" name="Promise line two">
            <a:extLst xmlns:a="http://schemas.openxmlformats.org/drawingml/2006/main">
              <a:ext uri="{FF2B5EF4-FFF2-40B4-BE49-F238E27FC236}">
                <a16:creationId xmlns:a16="http://schemas.microsoft.com/office/drawing/2014/main" id="{8D2D8049-C4CD-4342-84A0-B41AC9A1708F}"/>
              </a:ext>
            </a:extLst>
          </p:cNvPr>
          <p:cNvSpPr>
            <a:spLocks xmlns:a="http://schemas.openxmlformats.org/drawingml/2006/main" noGrp="1"/>
          </p:cNvSpPr>
          <p:nvPr/>
        </p:nvSpPr>
        <p:spPr>
          <a:xfrm xmlns:a="http://schemas.openxmlformats.org/drawingml/2006/main" rot="0">
            <a:off x="390525" y="4362450"/>
            <a:ext cx="43815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2342"/>
                </a:solidFill>
                <a:latin typeface="Arial Narrow"/>
                <a:ea typeface="Arial Narrow"/>
                <a:cs typeface="Arial Narrow"/>
              </a:defRPr>
            </a:pPr>
            <a:r>
              <a:rPr sz="2400" b="1">
                <a:solidFill>
                  <a:srgbClr val="002342"/>
                </a:solidFill>
                <a:latin typeface="Arial Narrow"/>
                <a:ea typeface="Arial Narrow"/>
                <a:cs typeface="Arial Narrow"/>
              </a:rPr>
              <a:t>Greater opportunities.</a:t>
            </a:r>
          </a:p>
        </p:txBody>
      </p:sp>
      <p:sp>
        <p:nvSpPr>
          <p:cNvPr id="13" name="Middle slogan line one">
            <a:extLst xmlns:a="http://schemas.openxmlformats.org/drawingml/2006/main">
              <a:ext uri="{FF2B5EF4-FFF2-40B4-BE49-F238E27FC236}">
                <a16:creationId xmlns:a16="http://schemas.microsoft.com/office/drawing/2014/main" id="{E8D85BAD-D8E6-494F-95DE-AE83610928A6}"/>
              </a:ext>
            </a:extLst>
          </p:cNvPr>
          <p:cNvSpPr>
            <a:spLocks xmlns:a="http://schemas.openxmlformats.org/drawingml/2006/main" noGrp="1"/>
          </p:cNvSpPr>
          <p:nvPr/>
        </p:nvSpPr>
        <p:spPr>
          <a:xfrm xmlns:a="http://schemas.openxmlformats.org/drawingml/2006/main" rot="-360000">
            <a:off x="419100" y="4876800"/>
            <a:ext cx="34290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225" b="1">
                <a:solidFill>
                  <a:srgbClr val="0034C5"/>
                </a:solidFill>
                <a:latin typeface="Caveat"/>
                <a:ea typeface="Caveat"/>
                <a:cs typeface="Caveat"/>
              </a:defRPr>
            </a:pPr>
            <a:r>
              <a:rPr sz="3225" b="1">
                <a:solidFill>
                  <a:srgbClr val="0034C5"/>
                </a:solidFill>
                <a:latin typeface="Caveat"/>
                <a:ea typeface="Caveat"/>
                <a:cs typeface="Caveat"/>
              </a:rPr>
              <a:t>Skills today.</a:t>
            </a:r>
          </a:p>
        </p:txBody>
      </p:sp>
      <p:sp>
        <p:nvSpPr>
          <p:cNvPr id="14" name="Middle slogan line two">
            <a:extLst xmlns:a="http://schemas.openxmlformats.org/drawingml/2006/main">
              <a:ext uri="{FF2B5EF4-FFF2-40B4-BE49-F238E27FC236}">
                <a16:creationId xmlns:a16="http://schemas.microsoft.com/office/drawing/2014/main" id="{52A7AAF8-D6B5-42A7-8C71-E31FBDC888E1}"/>
              </a:ext>
            </a:extLst>
          </p:cNvPr>
          <p:cNvSpPr>
            <a:spLocks xmlns:a="http://schemas.openxmlformats.org/drawingml/2006/main" noGrp="1"/>
          </p:cNvSpPr>
          <p:nvPr/>
        </p:nvSpPr>
        <p:spPr>
          <a:xfrm xmlns:a="http://schemas.openxmlformats.org/drawingml/2006/main" rot="-360000">
            <a:off x="466725" y="5210175"/>
            <a:ext cx="37814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625" b="1">
                <a:solidFill>
                  <a:srgbClr val="0034C5"/>
                </a:solidFill>
                <a:latin typeface="Caveat"/>
                <a:ea typeface="Caveat"/>
                <a:cs typeface="Caveat"/>
              </a:defRPr>
            </a:pPr>
            <a:r>
              <a:rPr sz="2625" b="1">
                <a:solidFill>
                  <a:srgbClr val="0034C5"/>
                </a:solidFill>
                <a:latin typeface="Caveat"/>
                <a:ea typeface="Caveat"/>
                <a:cs typeface="Caveat"/>
              </a:rPr>
              <a:t>Greater opportunities tomorrow.</a:t>
            </a:r>
          </a:p>
        </p:txBody>
      </p:sp>
      <p:sp>
        <p:nvSpPr>
          <p:cNvPr id="15" name="Central white sheet">
            <a:extLst xmlns:a="http://schemas.openxmlformats.org/drawingml/2006/main">
              <a:ext uri="{FF2B5EF4-FFF2-40B4-BE49-F238E27FC236}">
                <a16:creationId xmlns:a16="http://schemas.microsoft.com/office/drawing/2014/main" id="{4E7F7102-BE0D-4AE3-8E58-7930CCFB053F}"/>
              </a:ext>
            </a:extLst>
          </p:cNvPr>
          <p:cNvSpPr>
            <a:spLocks xmlns:a="http://schemas.openxmlformats.org/drawingml/2006/main" noGrp="1"/>
          </p:cNvSpPr>
          <p:nvPr/>
        </p:nvSpPr>
        <p:spPr>
          <a:xfrm xmlns:a="http://schemas.openxmlformats.org/drawingml/2006/main" rot="0">
            <a:off x="171450" y="5886450"/>
            <a:ext cx="9420225" cy="9620250"/>
          </a:xfrm>
          <a:prstGeom xmlns:a="http://schemas.openxmlformats.org/drawingml/2006/main" prst="roundRect">
            <a:avLst>
              <a:gd name="adj" fmla="val 1820"/>
            </a:avLst>
          </a:prstGeom>
          <a:solidFill xmlns:a="http://schemas.openxmlformats.org/drawingml/2006/main">
            <a:srgbClr val="FFFFFF"/>
          </a:solidFill>
          <a:ln xmlns:a="http://schemas.openxmlformats.org/drawingml/2006/main" w="0">
            <a:noFill/>
          </a:ln>
        </p:spPr>
      </p:sp>
      <p:sp>
        <p:nvSpPr>
          <p:cNvPr id="16" name="Data Analysis panel">
            <a:extLst xmlns:a="http://schemas.openxmlformats.org/drawingml/2006/main">
              <a:ext uri="{FF2B5EF4-FFF2-40B4-BE49-F238E27FC236}">
                <a16:creationId xmlns:a16="http://schemas.microsoft.com/office/drawing/2014/main" id="{124B47FE-6DB3-46DB-9251-4ECEF18E50DD}"/>
              </a:ext>
            </a:extLst>
          </p:cNvPr>
          <p:cNvSpPr>
            <a:spLocks xmlns:a="http://schemas.openxmlformats.org/drawingml/2006/main" noGrp="1"/>
          </p:cNvSpPr>
          <p:nvPr/>
        </p:nvSpPr>
        <p:spPr>
          <a:xfrm xmlns:a="http://schemas.openxmlformats.org/drawingml/2006/main" rot="0">
            <a:off x="295275" y="5991225"/>
            <a:ext cx="4524375" cy="4876800"/>
          </a:xfrm>
          <a:prstGeom xmlns:a="http://schemas.openxmlformats.org/drawingml/2006/main" prst="roundRect">
            <a:avLst>
              <a:gd name="adj" fmla="val 3158"/>
            </a:avLst>
          </a:prstGeom>
          <a:solidFill xmlns:a="http://schemas.openxmlformats.org/drawingml/2006/main">
            <a:srgbClr val="E6F6FE"/>
          </a:solidFill>
          <a:ln xmlns:a="http://schemas.openxmlformats.org/drawingml/2006/main" w="0">
            <a:noFill/>
          </a:ln>
        </p:spPr>
      </p:sp>
      <p:sp>
        <p:nvSpPr>
          <p:cNvPr id="17" name="Machine Learning panel">
            <a:extLst xmlns:a="http://schemas.openxmlformats.org/drawingml/2006/main">
              <a:ext uri="{FF2B5EF4-FFF2-40B4-BE49-F238E27FC236}">
                <a16:creationId xmlns:a16="http://schemas.microsoft.com/office/drawing/2014/main" id="{BDE97BB6-DC25-412D-AA98-6B69652BF293}"/>
              </a:ext>
            </a:extLst>
          </p:cNvPr>
          <p:cNvSpPr>
            <a:spLocks xmlns:a="http://schemas.openxmlformats.org/drawingml/2006/main" noGrp="1"/>
          </p:cNvSpPr>
          <p:nvPr/>
        </p:nvSpPr>
        <p:spPr>
          <a:xfrm xmlns:a="http://schemas.openxmlformats.org/drawingml/2006/main" rot="0">
            <a:off x="4943475" y="5991225"/>
            <a:ext cx="4524375" cy="4876800"/>
          </a:xfrm>
          <a:prstGeom xmlns:a="http://schemas.openxmlformats.org/drawingml/2006/main" prst="roundRect">
            <a:avLst>
              <a:gd name="adj" fmla="val 3158"/>
            </a:avLst>
          </a:prstGeom>
          <a:solidFill xmlns:a="http://schemas.openxmlformats.org/drawingml/2006/main">
            <a:srgbClr val="F2E7FD"/>
          </a:solidFill>
          <a:ln xmlns:a="http://schemas.openxmlformats.org/drawingml/2006/main" w="0">
            <a:noFill/>
          </a:ln>
        </p:spPr>
      </p:sp>
      <p:pic>
        <p:nvPicPr>
          <p:cNvPr id="134" name=""/>
          <p:cNvPicPr>
            <a:picLocks xmlns:a="http://schemas.openxmlformats.org/drawingml/2006/main" noChangeAspect="1"/>
          </p:cNvPicPr>
          <p:nvPr/>
        </p:nvPicPr>
        <p:blipFill>
          <a:blip xmlns:r="http://schemas.openxmlformats.org/officeDocument/2006/relationships" xmlns:a="http://schemas.openxmlformats.org/drawingml/2006/main" r:embed="Rd9d66304c36a4c3a"/>
          <a:stretch xmlns:a="http://schemas.openxmlformats.org/drawingml/2006/main"/>
        </p:blipFill>
        <p:spPr>
          <a:xfrm xmlns:a="http://schemas.openxmlformats.org/drawingml/2006/main">
            <a:off x="590550" y="6124575"/>
            <a:ext cx="666750" cy="762000"/>
          </a:xfrm>
          <a:prstGeom xmlns:a="http://schemas.openxmlformats.org/drawingml/2006/main" prst="rect">
            <a:avLst/>
          </a:prstGeom>
        </p:spPr>
      </p:pic>
      <p:pic>
        <p:nvPicPr>
          <p:cNvPr id="135" name=""/>
          <p:cNvPicPr>
            <a:picLocks xmlns:a="http://schemas.openxmlformats.org/drawingml/2006/main" noChangeAspect="1"/>
          </p:cNvPicPr>
          <p:nvPr/>
        </p:nvPicPr>
        <p:blipFill>
          <a:blip xmlns:r="http://schemas.openxmlformats.org/officeDocument/2006/relationships" xmlns:a="http://schemas.openxmlformats.org/drawingml/2006/main" r:embed="R618bd721a49d4380"/>
          <a:stretch xmlns:a="http://schemas.openxmlformats.org/drawingml/2006/main"/>
        </p:blipFill>
        <p:spPr>
          <a:xfrm xmlns:a="http://schemas.openxmlformats.org/drawingml/2006/main">
            <a:off x="5219700" y="6124575"/>
            <a:ext cx="762000" cy="762000"/>
          </a:xfrm>
          <a:prstGeom xmlns:a="http://schemas.openxmlformats.org/drawingml/2006/main" prst="rect">
            <a:avLst/>
          </a:prstGeom>
        </p:spPr>
      </p:pic>
      <p:sp>
        <p:nvSpPr>
          <p:cNvPr id="20" name="Data Analysis title">
            <a:extLst xmlns:a="http://schemas.openxmlformats.org/drawingml/2006/main">
              <a:ext uri="{FF2B5EF4-FFF2-40B4-BE49-F238E27FC236}">
                <a16:creationId xmlns:a16="http://schemas.microsoft.com/office/drawing/2014/main" id="{6578D172-CF88-4360-BD6D-D1DA4F860425}"/>
              </a:ext>
            </a:extLst>
          </p:cNvPr>
          <p:cNvSpPr>
            <a:spLocks xmlns:a="http://schemas.openxmlformats.org/drawingml/2006/main" noGrp="1"/>
          </p:cNvSpPr>
          <p:nvPr/>
        </p:nvSpPr>
        <p:spPr>
          <a:xfrm xmlns:a="http://schemas.openxmlformats.org/drawingml/2006/main" rot="0">
            <a:off x="1581150" y="6143625"/>
            <a:ext cx="3181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700" b="1">
                <a:solidFill>
                  <a:srgbClr val="004461"/>
                </a:solidFill>
                <a:latin typeface="Arial"/>
                <a:ea typeface="Arial"/>
                <a:cs typeface="Arial"/>
              </a:defRPr>
            </a:pPr>
            <a:r>
              <a:rPr sz="2700" b="1">
                <a:solidFill>
                  <a:srgbClr val="004461"/>
                </a:solidFill>
                <a:latin typeface="Arial"/>
                <a:ea typeface="Arial"/>
                <a:cs typeface="Arial"/>
              </a:rPr>
              <a:t>DATA ANALYSIS</a:t>
            </a:r>
          </a:p>
        </p:txBody>
      </p:sp>
      <p:sp>
        <p:nvSpPr>
          <p:cNvPr id="21" name="ML title">
            <a:extLst xmlns:a="http://schemas.openxmlformats.org/drawingml/2006/main">
              <a:ext uri="{FF2B5EF4-FFF2-40B4-BE49-F238E27FC236}">
                <a16:creationId xmlns:a16="http://schemas.microsoft.com/office/drawing/2014/main" id="{03F9A268-EDB8-4846-94C0-170E9DCE246A}"/>
              </a:ext>
            </a:extLst>
          </p:cNvPr>
          <p:cNvSpPr>
            <a:spLocks xmlns:a="http://schemas.openxmlformats.org/drawingml/2006/main" noGrp="1"/>
          </p:cNvSpPr>
          <p:nvPr/>
        </p:nvSpPr>
        <p:spPr>
          <a:xfrm xmlns:a="http://schemas.openxmlformats.org/drawingml/2006/main" rot="0">
            <a:off x="6238875" y="6172200"/>
            <a:ext cx="3238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75" b="1">
                <a:solidFill>
                  <a:srgbClr val="6500BC"/>
                </a:solidFill>
                <a:latin typeface="Arial"/>
                <a:ea typeface="Arial"/>
                <a:cs typeface="Arial"/>
              </a:defRPr>
            </a:pPr>
            <a:r>
              <a:rPr sz="2475" b="1">
                <a:solidFill>
                  <a:srgbClr val="6500BC"/>
                </a:solidFill>
                <a:latin typeface="Arial"/>
                <a:ea typeface="Arial"/>
                <a:cs typeface="Arial"/>
              </a:rPr>
              <a:t>MACHINE LEARNING</a:t>
            </a:r>
          </a:p>
        </p:txBody>
      </p:sp>
      <p:sp>
        <p:nvSpPr>
          <p:cNvPr id="22" name="DA description">
            <a:extLst xmlns:a="http://schemas.openxmlformats.org/drawingml/2006/main">
              <a:ext uri="{FF2B5EF4-FFF2-40B4-BE49-F238E27FC236}">
                <a16:creationId xmlns:a16="http://schemas.microsoft.com/office/drawing/2014/main" id="{82F1C35F-4ADC-48C2-B7F7-D09AC6CF6588}"/>
              </a:ext>
            </a:extLst>
          </p:cNvPr>
          <p:cNvSpPr>
            <a:spLocks xmlns:a="http://schemas.openxmlformats.org/drawingml/2006/main" noGrp="1"/>
          </p:cNvSpPr>
          <p:nvPr/>
        </p:nvSpPr>
        <p:spPr>
          <a:xfrm xmlns:a="http://schemas.openxmlformats.org/drawingml/2006/main" rot="0">
            <a:off x="1581150" y="65817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34C5"/>
                </a:solidFill>
                <a:latin typeface="Arial Narrow"/>
                <a:ea typeface="Arial Narrow"/>
                <a:cs typeface="Arial Narrow"/>
              </a:defRPr>
            </a:pPr>
            <a:r>
              <a:rPr sz="1650" b="0">
                <a:solidFill>
                  <a:srgbClr val="0034C5"/>
                </a:solidFill>
                <a:latin typeface="Arial Narrow"/>
                <a:ea typeface="Arial Narrow"/>
                <a:cs typeface="Arial Narrow"/>
              </a:rPr>
              <a:t>Turn real data into</a:t>
            </a:r>
          </a:p>
          <a:p xmlns:a="http://schemas.openxmlformats.org/drawingml/2006/main">
            <a:pPr algn="l">
              <a:defRPr sz="1650" b="0">
                <a:solidFill>
                  <a:srgbClr val="0034C5"/>
                </a:solidFill>
                <a:latin typeface="Arial Narrow"/>
                <a:ea typeface="Arial Narrow"/>
                <a:cs typeface="Arial Narrow"/>
              </a:defRPr>
            </a:pPr>
            <a:r>
              <a:rPr sz="1650" b="0">
                <a:solidFill>
                  <a:srgbClr val="0034C5"/>
                </a:solidFill>
                <a:latin typeface="Arial Narrow"/>
                <a:ea typeface="Arial Narrow"/>
                <a:cs typeface="Arial Narrow"/>
              </a:rPr>
              <a:t>useful insights</a:t>
            </a:r>
          </a:p>
        </p:txBody>
      </p:sp>
      <p:sp>
        <p:nvSpPr>
          <p:cNvPr id="23" name="ML description">
            <a:extLst xmlns:a="http://schemas.openxmlformats.org/drawingml/2006/main">
              <a:ext uri="{FF2B5EF4-FFF2-40B4-BE49-F238E27FC236}">
                <a16:creationId xmlns:a16="http://schemas.microsoft.com/office/drawing/2014/main" id="{AE57B959-AA55-40BB-B1D6-24A2D7685CEE}"/>
              </a:ext>
            </a:extLst>
          </p:cNvPr>
          <p:cNvSpPr>
            <a:spLocks xmlns:a="http://schemas.openxmlformats.org/drawingml/2006/main" noGrp="1"/>
          </p:cNvSpPr>
          <p:nvPr/>
        </p:nvSpPr>
        <p:spPr>
          <a:xfrm xmlns:a="http://schemas.openxmlformats.org/drawingml/2006/main" rot="0">
            <a:off x="6238875" y="6581775"/>
            <a:ext cx="3190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500BC"/>
                </a:solidFill>
                <a:latin typeface="Arial Narrow"/>
                <a:ea typeface="Arial Narrow"/>
                <a:cs typeface="Arial Narrow"/>
              </a:defRPr>
            </a:pPr>
            <a:r>
              <a:rPr sz="1650" b="0">
                <a:solidFill>
                  <a:srgbClr val="6500BC"/>
                </a:solidFill>
                <a:latin typeface="Arial Narrow"/>
                <a:ea typeface="Arial Narrow"/>
                <a:cs typeface="Arial Narrow"/>
              </a:rPr>
              <a:t>Teach computers to find patterns</a:t>
            </a:r>
          </a:p>
          <a:p xmlns:a="http://schemas.openxmlformats.org/drawingml/2006/main">
            <a:pPr algn="l">
              <a:defRPr sz="1650" b="0">
                <a:solidFill>
                  <a:srgbClr val="6500BC"/>
                </a:solidFill>
                <a:latin typeface="Arial Narrow"/>
                <a:ea typeface="Arial Narrow"/>
                <a:cs typeface="Arial Narrow"/>
              </a:defRPr>
            </a:pPr>
            <a:r>
              <a:rPr sz="1650" b="0">
                <a:solidFill>
                  <a:srgbClr val="6500BC"/>
                </a:solidFill>
                <a:latin typeface="Arial Narrow"/>
                <a:ea typeface="Arial Narrow"/>
                <a:cs typeface="Arial Narrow"/>
              </a:rPr>
              <a:t>&amp; make predictions</a:t>
            </a:r>
          </a:p>
        </p:txBody>
      </p:sp>
      <p:pic>
        <p:nvPicPr>
          <p:cNvPr id="140" name=""/>
          <p:cNvPicPr>
            <a:picLocks xmlns:a="http://schemas.openxmlformats.org/drawingml/2006/main" noChangeAspect="1"/>
          </p:cNvPicPr>
          <p:nvPr/>
        </p:nvPicPr>
        <p:blipFill>
          <a:blip xmlns:r="http://schemas.openxmlformats.org/officeDocument/2006/relationships" xmlns:a="http://schemas.openxmlformats.org/drawingml/2006/main" r:embed="Rc87b8c6e358f4114"/>
          <a:stretch xmlns:a="http://schemas.openxmlformats.org/drawingml/2006/main"/>
        </p:blipFill>
        <p:spPr>
          <a:xfrm xmlns:a="http://schemas.openxmlformats.org/drawingml/2006/main">
            <a:off x="942975" y="7391400"/>
            <a:ext cx="457200" cy="457200"/>
          </a:xfrm>
          <a:prstGeom xmlns:a="http://schemas.openxmlformats.org/drawingml/2006/main" prst="rect">
            <a:avLst/>
          </a:prstGeom>
        </p:spPr>
      </p:pic>
      <p:sp>
        <p:nvSpPr>
          <p:cNvPr id="25" name="Python label 73">
            <a:extLst xmlns:a="http://schemas.openxmlformats.org/drawingml/2006/main">
              <a:ext uri="{FF2B5EF4-FFF2-40B4-BE49-F238E27FC236}">
                <a16:creationId xmlns:a16="http://schemas.microsoft.com/office/drawing/2014/main" id="{73E0A332-CAE4-44B3-A917-FC4E5C262CC0}"/>
              </a:ext>
            </a:extLst>
          </p:cNvPr>
          <p:cNvSpPr>
            <a:spLocks xmlns:a="http://schemas.openxmlformats.org/drawingml/2006/main" noGrp="1"/>
          </p:cNvSpPr>
          <p:nvPr/>
        </p:nvSpPr>
        <p:spPr>
          <a:xfrm xmlns:a="http://schemas.openxmlformats.org/drawingml/2006/main" rot="0">
            <a:off x="6953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Python</a:t>
            </a:r>
          </a:p>
        </p:txBody>
      </p:sp>
      <p:pic>
        <p:nvPicPr>
          <p:cNvPr id="142" name=""/>
          <p:cNvPicPr>
            <a:picLocks xmlns:a="http://schemas.openxmlformats.org/drawingml/2006/main" noChangeAspect="1"/>
          </p:cNvPicPr>
          <p:nvPr/>
        </p:nvPicPr>
        <p:blipFill>
          <a:blip xmlns:r="http://schemas.openxmlformats.org/officeDocument/2006/relationships" xmlns:a="http://schemas.openxmlformats.org/drawingml/2006/main" r:embed="R033578032ae04d11"/>
          <a:stretch xmlns:a="http://schemas.openxmlformats.org/drawingml/2006/main"/>
        </p:blipFill>
        <p:spPr>
          <a:xfrm xmlns:a="http://schemas.openxmlformats.org/drawingml/2006/main">
            <a:off x="2257425" y="7391400"/>
            <a:ext cx="457200" cy="457200"/>
          </a:xfrm>
          <a:prstGeom xmlns:a="http://schemas.openxmlformats.org/drawingml/2006/main" prst="rect">
            <a:avLst/>
          </a:prstGeom>
        </p:spPr>
      </p:pic>
      <p:sp>
        <p:nvSpPr>
          <p:cNvPr id="27" name="pandas label 211">
            <a:extLst xmlns:a="http://schemas.openxmlformats.org/drawingml/2006/main">
              <a:ext uri="{FF2B5EF4-FFF2-40B4-BE49-F238E27FC236}">
                <a16:creationId xmlns:a16="http://schemas.microsoft.com/office/drawing/2014/main" id="{7E77A142-7E3E-4789-B095-D5641A911703}"/>
              </a:ext>
            </a:extLst>
          </p:cNvPr>
          <p:cNvSpPr>
            <a:spLocks xmlns:a="http://schemas.openxmlformats.org/drawingml/2006/main" noGrp="1"/>
          </p:cNvSpPr>
          <p:nvPr/>
        </p:nvSpPr>
        <p:spPr>
          <a:xfrm xmlns:a="http://schemas.openxmlformats.org/drawingml/2006/main" rot="0">
            <a:off x="20097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pandas</a:t>
            </a:r>
          </a:p>
        </p:txBody>
      </p:sp>
      <p:pic>
        <p:nvPicPr>
          <p:cNvPr id="144" name=""/>
          <p:cNvPicPr>
            <a:picLocks xmlns:a="http://schemas.openxmlformats.org/drawingml/2006/main" noChangeAspect="1"/>
          </p:cNvPicPr>
          <p:nvPr/>
        </p:nvPicPr>
        <p:blipFill>
          <a:blip xmlns:r="http://schemas.openxmlformats.org/officeDocument/2006/relationships" xmlns:a="http://schemas.openxmlformats.org/drawingml/2006/main" r:embed="R795b744674034634"/>
          <a:stretch xmlns:a="http://schemas.openxmlformats.org/drawingml/2006/main"/>
        </p:blipFill>
        <p:spPr>
          <a:xfrm xmlns:a="http://schemas.openxmlformats.org/drawingml/2006/main">
            <a:off x="3600824" y="7391400"/>
            <a:ext cx="399301" cy="457200"/>
          </a:xfrm>
          <a:prstGeom xmlns:a="http://schemas.openxmlformats.org/drawingml/2006/main" prst="rect">
            <a:avLst/>
          </a:prstGeom>
        </p:spPr>
      </p:pic>
      <p:sp>
        <p:nvSpPr>
          <p:cNvPr id="29" name="SQL label 349">
            <a:extLst xmlns:a="http://schemas.openxmlformats.org/drawingml/2006/main">
              <a:ext uri="{FF2B5EF4-FFF2-40B4-BE49-F238E27FC236}">
                <a16:creationId xmlns:a16="http://schemas.microsoft.com/office/drawing/2014/main" id="{4E3AC8EB-1142-4433-88B4-6634F5F0CC4F}"/>
              </a:ext>
            </a:extLst>
          </p:cNvPr>
          <p:cNvSpPr>
            <a:spLocks xmlns:a="http://schemas.openxmlformats.org/drawingml/2006/main" noGrp="1"/>
          </p:cNvSpPr>
          <p:nvPr/>
        </p:nvSpPr>
        <p:spPr>
          <a:xfrm xmlns:a="http://schemas.openxmlformats.org/drawingml/2006/main" rot="0">
            <a:off x="33242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SQL</a:t>
            </a:r>
          </a:p>
        </p:txBody>
      </p:sp>
      <p:pic>
        <p:nvPicPr>
          <p:cNvPr id="146" name=""/>
          <p:cNvPicPr>
            <a:picLocks xmlns:a="http://schemas.openxmlformats.org/drawingml/2006/main" noChangeAspect="1"/>
          </p:cNvPicPr>
          <p:nvPr/>
        </p:nvPicPr>
        <p:blipFill>
          <a:blip xmlns:r="http://schemas.openxmlformats.org/officeDocument/2006/relationships" xmlns:a="http://schemas.openxmlformats.org/drawingml/2006/main" r:embed="Rf064f62d2f8048d7"/>
          <a:stretch xmlns:a="http://schemas.openxmlformats.org/drawingml/2006/main"/>
        </p:blipFill>
        <p:spPr>
          <a:xfrm xmlns:a="http://schemas.openxmlformats.org/drawingml/2006/main">
            <a:off x="5648325" y="7391400"/>
            <a:ext cx="457200" cy="457200"/>
          </a:xfrm>
          <a:prstGeom xmlns:a="http://schemas.openxmlformats.org/drawingml/2006/main" prst="rect">
            <a:avLst/>
          </a:prstGeom>
        </p:spPr>
      </p:pic>
      <p:sp>
        <p:nvSpPr>
          <p:cNvPr id="31" name="Python label 567">
            <a:extLst xmlns:a="http://schemas.openxmlformats.org/drawingml/2006/main">
              <a:ext uri="{FF2B5EF4-FFF2-40B4-BE49-F238E27FC236}">
                <a16:creationId xmlns:a16="http://schemas.microsoft.com/office/drawing/2014/main" id="{A9C402FA-A486-4621-B398-44A7D0B7D746}"/>
              </a:ext>
            </a:extLst>
          </p:cNvPr>
          <p:cNvSpPr>
            <a:spLocks xmlns:a="http://schemas.openxmlformats.org/drawingml/2006/main" noGrp="1"/>
          </p:cNvSpPr>
          <p:nvPr/>
        </p:nvSpPr>
        <p:spPr>
          <a:xfrm xmlns:a="http://schemas.openxmlformats.org/drawingml/2006/main" rot="0">
            <a:off x="54006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Python</a:t>
            </a:r>
          </a:p>
        </p:txBody>
      </p:sp>
      <p:pic>
        <p:nvPicPr>
          <p:cNvPr id="148" name=""/>
          <p:cNvPicPr>
            <a:picLocks xmlns:a="http://schemas.openxmlformats.org/drawingml/2006/main" noChangeAspect="1"/>
          </p:cNvPicPr>
          <p:nvPr/>
        </p:nvPicPr>
        <p:blipFill>
          <a:blip xmlns:r="http://schemas.openxmlformats.org/officeDocument/2006/relationships" xmlns:a="http://schemas.openxmlformats.org/drawingml/2006/main" r:embed="R045dd524fdeb46f3"/>
          <a:stretch xmlns:a="http://schemas.openxmlformats.org/drawingml/2006/main"/>
        </p:blipFill>
        <p:spPr>
          <a:xfrm xmlns:a="http://schemas.openxmlformats.org/drawingml/2006/main">
            <a:off x="6962775" y="7391400"/>
            <a:ext cx="457200" cy="457200"/>
          </a:xfrm>
          <a:prstGeom xmlns:a="http://schemas.openxmlformats.org/drawingml/2006/main" prst="rect">
            <a:avLst/>
          </a:prstGeom>
        </p:spPr>
      </p:pic>
      <p:sp>
        <p:nvSpPr>
          <p:cNvPr id="33" name="pandas label 705">
            <a:extLst xmlns:a="http://schemas.openxmlformats.org/drawingml/2006/main">
              <a:ext uri="{FF2B5EF4-FFF2-40B4-BE49-F238E27FC236}">
                <a16:creationId xmlns:a16="http://schemas.microsoft.com/office/drawing/2014/main" id="{DC9E388F-31C1-40E2-8259-BD1312224D68}"/>
              </a:ext>
            </a:extLst>
          </p:cNvPr>
          <p:cNvSpPr>
            <a:spLocks xmlns:a="http://schemas.openxmlformats.org/drawingml/2006/main" noGrp="1"/>
          </p:cNvSpPr>
          <p:nvPr/>
        </p:nvSpPr>
        <p:spPr>
          <a:xfrm xmlns:a="http://schemas.openxmlformats.org/drawingml/2006/main" rot="0">
            <a:off x="671512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pandas</a:t>
            </a:r>
          </a:p>
        </p:txBody>
      </p:sp>
      <p:pic>
        <p:nvPicPr>
          <p:cNvPr id="150" name=""/>
          <p:cNvPicPr>
            <a:picLocks xmlns:a="http://schemas.openxmlformats.org/drawingml/2006/main" noChangeAspect="1"/>
          </p:cNvPicPr>
          <p:nvPr/>
        </p:nvPicPr>
        <p:blipFill>
          <a:blip xmlns:r="http://schemas.openxmlformats.org/officeDocument/2006/relationships" xmlns:a="http://schemas.openxmlformats.org/drawingml/2006/main" r:embed="R37e6d1728b984a09"/>
          <a:stretch xmlns:a="http://schemas.openxmlformats.org/drawingml/2006/main"/>
        </p:blipFill>
        <p:spPr>
          <a:xfrm xmlns:a="http://schemas.openxmlformats.org/drawingml/2006/main">
            <a:off x="8277225" y="7391400"/>
            <a:ext cx="457200" cy="457200"/>
          </a:xfrm>
          <a:prstGeom xmlns:a="http://schemas.openxmlformats.org/drawingml/2006/main" prst="rect">
            <a:avLst/>
          </a:prstGeom>
        </p:spPr>
      </p:pic>
      <p:sp>
        <p:nvSpPr>
          <p:cNvPr id="35" name="scikit-learn label 843">
            <a:extLst xmlns:a="http://schemas.openxmlformats.org/drawingml/2006/main">
              <a:ext uri="{FF2B5EF4-FFF2-40B4-BE49-F238E27FC236}">
                <a16:creationId xmlns:a16="http://schemas.microsoft.com/office/drawing/2014/main" id="{94A8001F-297F-4BEF-AFE3-89E3418A24C7}"/>
              </a:ext>
            </a:extLst>
          </p:cNvPr>
          <p:cNvSpPr>
            <a:spLocks xmlns:a="http://schemas.openxmlformats.org/drawingml/2006/main" noGrp="1"/>
          </p:cNvSpPr>
          <p:nvPr/>
        </p:nvSpPr>
        <p:spPr>
          <a:xfrm xmlns:a="http://schemas.openxmlformats.org/drawingml/2006/main" rot="0">
            <a:off x="8029575" y="7896225"/>
            <a:ext cx="990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350" b="0">
                <a:solidFill>
                  <a:srgbClr val="0034C5"/>
                </a:solidFill>
                <a:latin typeface="Arial"/>
                <a:ea typeface="Arial"/>
                <a:cs typeface="Arial"/>
              </a:defRPr>
            </a:pPr>
            <a:r>
              <a:rPr sz="1350" b="0">
                <a:solidFill>
                  <a:srgbClr val="0034C5"/>
                </a:solidFill>
                <a:latin typeface="Arial"/>
                <a:ea typeface="Arial"/>
                <a:cs typeface="Arial"/>
              </a:rPr>
              <a:t>scikit-learn</a:t>
            </a:r>
          </a:p>
        </p:txBody>
      </p:sp>
      <p:sp>
        <p:nvSpPr>
          <p:cNvPr id="36" name="DA rule">
            <a:extLst xmlns:a="http://schemas.openxmlformats.org/drawingml/2006/main">
              <a:ext uri="{FF2B5EF4-FFF2-40B4-BE49-F238E27FC236}">
                <a16:creationId xmlns:a16="http://schemas.microsoft.com/office/drawing/2014/main" id="{9AE9B082-EA08-468E-B34B-6F4D1EB92D55}"/>
              </a:ext>
            </a:extLst>
          </p:cNvPr>
          <p:cNvSpPr>
            <a:spLocks xmlns:a="http://schemas.openxmlformats.org/drawingml/2006/main" noGrp="1"/>
          </p:cNvSpPr>
          <p:nvPr/>
        </p:nvSpPr>
        <p:spPr>
          <a:xfrm xmlns:a="http://schemas.openxmlformats.org/drawingml/2006/main" rot="0">
            <a:off x="485775" y="8258175"/>
            <a:ext cx="4143375" cy="9525"/>
          </a:xfrm>
          <a:prstGeom xmlns:a="http://schemas.openxmlformats.org/drawingml/2006/main" prst="rect">
            <a:avLst/>
          </a:prstGeom>
          <a:solidFill xmlns:a="http://schemas.openxmlformats.org/drawingml/2006/main">
            <a:srgbClr val="B1DAED"/>
          </a:solidFill>
          <a:ln xmlns:a="http://schemas.openxmlformats.org/drawingml/2006/main" w="0">
            <a:noFill/>
          </a:ln>
        </p:spPr>
      </p:sp>
      <p:sp>
        <p:nvSpPr>
          <p:cNvPr id="37" name="ML rule">
            <a:extLst xmlns:a="http://schemas.openxmlformats.org/drawingml/2006/main">
              <a:ext uri="{FF2B5EF4-FFF2-40B4-BE49-F238E27FC236}">
                <a16:creationId xmlns:a16="http://schemas.microsoft.com/office/drawing/2014/main" id="{2E4EB49D-1CEA-4B30-B728-D71588C88811}"/>
              </a:ext>
            </a:extLst>
          </p:cNvPr>
          <p:cNvSpPr>
            <a:spLocks xmlns:a="http://schemas.openxmlformats.org/drawingml/2006/main" noGrp="1"/>
          </p:cNvSpPr>
          <p:nvPr/>
        </p:nvSpPr>
        <p:spPr>
          <a:xfrm xmlns:a="http://schemas.openxmlformats.org/drawingml/2006/main" rot="0">
            <a:off x="5143500" y="8258175"/>
            <a:ext cx="4143375" cy="9525"/>
          </a:xfrm>
          <a:prstGeom xmlns:a="http://schemas.openxmlformats.org/drawingml/2006/main" prst="rect">
            <a:avLst/>
          </a:prstGeom>
          <a:solidFill xmlns:a="http://schemas.openxmlformats.org/drawingml/2006/main">
            <a:srgbClr val="D7BCEB"/>
          </a:solidFill>
          <a:ln xmlns:a="http://schemas.openxmlformats.org/drawingml/2006/main" w="0">
            <a:noFill/>
          </a:ln>
        </p:spPr>
      </p:sp>
      <p:pic>
        <p:nvPicPr>
          <p:cNvPr id="154" name=""/>
          <p:cNvPicPr>
            <a:picLocks xmlns:a="http://schemas.openxmlformats.org/drawingml/2006/main" noChangeAspect="1"/>
          </p:cNvPicPr>
          <p:nvPr/>
        </p:nvPicPr>
        <p:blipFill>
          <a:blip xmlns:r="http://schemas.openxmlformats.org/officeDocument/2006/relationships" xmlns:a="http://schemas.openxmlformats.org/drawingml/2006/main" r:embed="R313107f87611400d"/>
          <a:stretch xmlns:a="http://schemas.openxmlformats.org/drawingml/2006/main"/>
        </p:blipFill>
        <p:spPr>
          <a:xfrm xmlns:a="http://schemas.openxmlformats.org/drawingml/2006/main">
            <a:off x="476250" y="8429625"/>
            <a:ext cx="161925" cy="161925"/>
          </a:xfrm>
          <a:prstGeom xmlns:a="http://schemas.openxmlformats.org/drawingml/2006/main" prst="rect">
            <a:avLst/>
          </a:prstGeom>
        </p:spPr>
      </p:pic>
      <p:sp>
        <p:nvSpPr>
          <p:cNvPr id="39" name="DA learning 1">
            <a:extLst xmlns:a="http://schemas.openxmlformats.org/drawingml/2006/main">
              <a:ext uri="{FF2B5EF4-FFF2-40B4-BE49-F238E27FC236}">
                <a16:creationId xmlns:a16="http://schemas.microsoft.com/office/drawing/2014/main" id="{75AEC5C1-7B8B-4191-82CB-68CA03BE3D10}"/>
              </a:ext>
            </a:extLst>
          </p:cNvPr>
          <p:cNvSpPr>
            <a:spLocks xmlns:a="http://schemas.openxmlformats.org/drawingml/2006/main" noGrp="1"/>
          </p:cNvSpPr>
          <p:nvPr/>
        </p:nvSpPr>
        <p:spPr>
          <a:xfrm xmlns:a="http://schemas.openxmlformats.org/drawingml/2006/main" rot="0">
            <a:off x="742950" y="838200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Python (programming basics)</a:t>
            </a:r>
          </a:p>
        </p:txBody>
      </p:sp>
      <p:pic>
        <p:nvPicPr>
          <p:cNvPr id="156" name=""/>
          <p:cNvPicPr>
            <a:picLocks xmlns:a="http://schemas.openxmlformats.org/drawingml/2006/main" noChangeAspect="1"/>
          </p:cNvPicPr>
          <p:nvPr/>
        </p:nvPicPr>
        <p:blipFill>
          <a:blip xmlns:r="http://schemas.openxmlformats.org/officeDocument/2006/relationships" xmlns:a="http://schemas.openxmlformats.org/drawingml/2006/main" r:embed="R184dab8fbf014fee"/>
          <a:stretch xmlns:a="http://schemas.openxmlformats.org/drawingml/2006/main"/>
        </p:blipFill>
        <p:spPr>
          <a:xfrm xmlns:a="http://schemas.openxmlformats.org/drawingml/2006/main">
            <a:off x="5181600" y="8429625"/>
            <a:ext cx="161925" cy="161925"/>
          </a:xfrm>
          <a:prstGeom xmlns:a="http://schemas.openxmlformats.org/drawingml/2006/main" prst="rect">
            <a:avLst/>
          </a:prstGeom>
        </p:spPr>
      </p:pic>
      <p:sp>
        <p:nvSpPr>
          <p:cNvPr id="41" name="ML learning 1">
            <a:extLst xmlns:a="http://schemas.openxmlformats.org/drawingml/2006/main">
              <a:ext uri="{FF2B5EF4-FFF2-40B4-BE49-F238E27FC236}">
                <a16:creationId xmlns:a16="http://schemas.microsoft.com/office/drawing/2014/main" id="{3905651A-D542-40D4-B3BE-F7E469E76C39}"/>
              </a:ext>
            </a:extLst>
          </p:cNvPr>
          <p:cNvSpPr>
            <a:spLocks xmlns:a="http://schemas.openxmlformats.org/drawingml/2006/main" noGrp="1"/>
          </p:cNvSpPr>
          <p:nvPr/>
        </p:nvSpPr>
        <p:spPr>
          <a:xfrm xmlns:a="http://schemas.openxmlformats.org/drawingml/2006/main" rot="0">
            <a:off x="5448300" y="83820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Python</a:t>
            </a:r>
          </a:p>
        </p:txBody>
      </p:sp>
      <p:pic>
        <p:nvPicPr>
          <p:cNvPr id="158" name=""/>
          <p:cNvPicPr>
            <a:picLocks xmlns:a="http://schemas.openxmlformats.org/drawingml/2006/main" noChangeAspect="1"/>
          </p:cNvPicPr>
          <p:nvPr/>
        </p:nvPicPr>
        <p:blipFill>
          <a:blip xmlns:r="http://schemas.openxmlformats.org/officeDocument/2006/relationships" xmlns:a="http://schemas.openxmlformats.org/drawingml/2006/main" r:embed="R776ba0269cdd4690"/>
          <a:stretch xmlns:a="http://schemas.openxmlformats.org/drawingml/2006/main"/>
        </p:blipFill>
        <p:spPr>
          <a:xfrm xmlns:a="http://schemas.openxmlformats.org/drawingml/2006/main">
            <a:off x="476250" y="8705850"/>
            <a:ext cx="161925" cy="161925"/>
          </a:xfrm>
          <a:prstGeom xmlns:a="http://schemas.openxmlformats.org/drawingml/2006/main" prst="rect">
            <a:avLst/>
          </a:prstGeom>
        </p:spPr>
      </p:pic>
      <p:sp>
        <p:nvSpPr>
          <p:cNvPr id="43" name="DA learning 2">
            <a:extLst xmlns:a="http://schemas.openxmlformats.org/drawingml/2006/main">
              <a:ext uri="{FF2B5EF4-FFF2-40B4-BE49-F238E27FC236}">
                <a16:creationId xmlns:a16="http://schemas.microsoft.com/office/drawing/2014/main" id="{7F3929B7-EB0D-4FB9-923D-0686B2F94B7D}"/>
              </a:ext>
            </a:extLst>
          </p:cNvPr>
          <p:cNvSpPr>
            <a:spLocks xmlns:a="http://schemas.openxmlformats.org/drawingml/2006/main" noGrp="1"/>
          </p:cNvSpPr>
          <p:nvPr/>
        </p:nvSpPr>
        <p:spPr>
          <a:xfrm xmlns:a="http://schemas.openxmlformats.org/drawingml/2006/main" rot="0">
            <a:off x="742950" y="8658225"/>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SQL (querying data)</a:t>
            </a:r>
          </a:p>
        </p:txBody>
      </p:sp>
      <p:pic>
        <p:nvPicPr>
          <p:cNvPr id="160" name=""/>
          <p:cNvPicPr>
            <a:picLocks xmlns:a="http://schemas.openxmlformats.org/drawingml/2006/main" noChangeAspect="1"/>
          </p:cNvPicPr>
          <p:nvPr/>
        </p:nvPicPr>
        <p:blipFill>
          <a:blip xmlns:r="http://schemas.openxmlformats.org/officeDocument/2006/relationships" xmlns:a="http://schemas.openxmlformats.org/drawingml/2006/main" r:embed="Rc389503a8ab34c78"/>
          <a:stretch xmlns:a="http://schemas.openxmlformats.org/drawingml/2006/main"/>
        </p:blipFill>
        <p:spPr>
          <a:xfrm xmlns:a="http://schemas.openxmlformats.org/drawingml/2006/main">
            <a:off x="5181600" y="8705850"/>
            <a:ext cx="161925" cy="161925"/>
          </a:xfrm>
          <a:prstGeom xmlns:a="http://schemas.openxmlformats.org/drawingml/2006/main" prst="rect">
            <a:avLst/>
          </a:prstGeom>
        </p:spPr>
      </p:pic>
      <p:sp>
        <p:nvSpPr>
          <p:cNvPr id="45" name="ML learning 2">
            <a:extLst xmlns:a="http://schemas.openxmlformats.org/drawingml/2006/main">
              <a:ext uri="{FF2B5EF4-FFF2-40B4-BE49-F238E27FC236}">
                <a16:creationId xmlns:a16="http://schemas.microsoft.com/office/drawing/2014/main" id="{A324F3AD-4AC4-435E-81A4-808368EC1149}"/>
              </a:ext>
            </a:extLst>
          </p:cNvPr>
          <p:cNvSpPr>
            <a:spLocks xmlns:a="http://schemas.openxmlformats.org/drawingml/2006/main" noGrp="1"/>
          </p:cNvSpPr>
          <p:nvPr/>
        </p:nvSpPr>
        <p:spPr>
          <a:xfrm xmlns:a="http://schemas.openxmlformats.org/drawingml/2006/main" rot="0">
            <a:off x="5448300" y="865822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Machine learning concepts</a:t>
            </a:r>
          </a:p>
        </p:txBody>
      </p:sp>
      <p:pic>
        <p:nvPicPr>
          <p:cNvPr id="162" name=""/>
          <p:cNvPicPr>
            <a:picLocks xmlns:a="http://schemas.openxmlformats.org/drawingml/2006/main" noChangeAspect="1"/>
          </p:cNvPicPr>
          <p:nvPr/>
        </p:nvPicPr>
        <p:blipFill>
          <a:blip xmlns:r="http://schemas.openxmlformats.org/officeDocument/2006/relationships" xmlns:a="http://schemas.openxmlformats.org/drawingml/2006/main" r:embed="R82cec54851274576"/>
          <a:stretch xmlns:a="http://schemas.openxmlformats.org/drawingml/2006/main"/>
        </p:blipFill>
        <p:spPr>
          <a:xfrm xmlns:a="http://schemas.openxmlformats.org/drawingml/2006/main">
            <a:off x="476250" y="8982075"/>
            <a:ext cx="161925" cy="161925"/>
          </a:xfrm>
          <a:prstGeom xmlns:a="http://schemas.openxmlformats.org/drawingml/2006/main" prst="rect">
            <a:avLst/>
          </a:prstGeom>
        </p:spPr>
      </p:pic>
      <p:sp>
        <p:nvSpPr>
          <p:cNvPr id="47" name="DA learning 3">
            <a:extLst xmlns:a="http://schemas.openxmlformats.org/drawingml/2006/main">
              <a:ext uri="{FF2B5EF4-FFF2-40B4-BE49-F238E27FC236}">
                <a16:creationId xmlns:a16="http://schemas.microsoft.com/office/drawing/2014/main" id="{7525CE72-14C4-445C-8D69-154FA94E21BA}"/>
              </a:ext>
            </a:extLst>
          </p:cNvPr>
          <p:cNvSpPr>
            <a:spLocks xmlns:a="http://schemas.openxmlformats.org/drawingml/2006/main" noGrp="1"/>
          </p:cNvSpPr>
          <p:nvPr/>
        </p:nvSpPr>
        <p:spPr>
          <a:xfrm xmlns:a="http://schemas.openxmlformats.org/drawingml/2006/main" rot="0">
            <a:off x="742950" y="893445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Data Cleaning &amp; Preparation</a:t>
            </a:r>
          </a:p>
        </p:txBody>
      </p:sp>
      <p:pic>
        <p:nvPicPr>
          <p:cNvPr id="164" name=""/>
          <p:cNvPicPr>
            <a:picLocks xmlns:a="http://schemas.openxmlformats.org/drawingml/2006/main" noChangeAspect="1"/>
          </p:cNvPicPr>
          <p:nvPr/>
        </p:nvPicPr>
        <p:blipFill>
          <a:blip xmlns:r="http://schemas.openxmlformats.org/officeDocument/2006/relationships" xmlns:a="http://schemas.openxmlformats.org/drawingml/2006/main" r:embed="Rc3a28f023f2a4dff"/>
          <a:stretch xmlns:a="http://schemas.openxmlformats.org/drawingml/2006/main"/>
        </p:blipFill>
        <p:spPr>
          <a:xfrm xmlns:a="http://schemas.openxmlformats.org/drawingml/2006/main">
            <a:off x="5181600" y="8982075"/>
            <a:ext cx="161925" cy="161925"/>
          </a:xfrm>
          <a:prstGeom xmlns:a="http://schemas.openxmlformats.org/drawingml/2006/main" prst="rect">
            <a:avLst/>
          </a:prstGeom>
        </p:spPr>
      </p:pic>
      <p:sp>
        <p:nvSpPr>
          <p:cNvPr id="49" name="ML learning 3">
            <a:extLst xmlns:a="http://schemas.openxmlformats.org/drawingml/2006/main">
              <a:ext uri="{FF2B5EF4-FFF2-40B4-BE49-F238E27FC236}">
                <a16:creationId xmlns:a16="http://schemas.microsoft.com/office/drawing/2014/main" id="{F078231B-AC8A-485E-901C-A338974A8659}"/>
              </a:ext>
            </a:extLst>
          </p:cNvPr>
          <p:cNvSpPr>
            <a:spLocks xmlns:a="http://schemas.openxmlformats.org/drawingml/2006/main" noGrp="1"/>
          </p:cNvSpPr>
          <p:nvPr/>
        </p:nvSpPr>
        <p:spPr>
          <a:xfrm xmlns:a="http://schemas.openxmlformats.org/drawingml/2006/main" rot="0">
            <a:off x="5448300" y="893445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Model training</a:t>
            </a:r>
          </a:p>
        </p:txBody>
      </p:sp>
      <p:pic>
        <p:nvPicPr>
          <p:cNvPr id="166" name=""/>
          <p:cNvPicPr>
            <a:picLocks xmlns:a="http://schemas.openxmlformats.org/drawingml/2006/main" noChangeAspect="1"/>
          </p:cNvPicPr>
          <p:nvPr/>
        </p:nvPicPr>
        <p:blipFill>
          <a:blip xmlns:r="http://schemas.openxmlformats.org/officeDocument/2006/relationships" xmlns:a="http://schemas.openxmlformats.org/drawingml/2006/main" r:embed="R49d257d4d6e841ab"/>
          <a:stretch xmlns:a="http://schemas.openxmlformats.org/drawingml/2006/main"/>
        </p:blipFill>
        <p:spPr>
          <a:xfrm xmlns:a="http://schemas.openxmlformats.org/drawingml/2006/main">
            <a:off x="476250" y="9258300"/>
            <a:ext cx="161925" cy="161925"/>
          </a:xfrm>
          <a:prstGeom xmlns:a="http://schemas.openxmlformats.org/drawingml/2006/main" prst="rect">
            <a:avLst/>
          </a:prstGeom>
        </p:spPr>
      </p:pic>
      <p:sp>
        <p:nvSpPr>
          <p:cNvPr id="51" name="DA learning 4">
            <a:extLst xmlns:a="http://schemas.openxmlformats.org/drawingml/2006/main">
              <a:ext uri="{FF2B5EF4-FFF2-40B4-BE49-F238E27FC236}">
                <a16:creationId xmlns:a16="http://schemas.microsoft.com/office/drawing/2014/main" id="{E33A1554-D0C3-4421-AE06-7B029814C348}"/>
              </a:ext>
            </a:extLst>
          </p:cNvPr>
          <p:cNvSpPr>
            <a:spLocks xmlns:a="http://schemas.openxmlformats.org/drawingml/2006/main" noGrp="1"/>
          </p:cNvSpPr>
          <p:nvPr/>
        </p:nvSpPr>
        <p:spPr>
          <a:xfrm xmlns:a="http://schemas.openxmlformats.org/drawingml/2006/main" rot="0">
            <a:off x="742950" y="9210675"/>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Data Visualization (dashboards &amp; charts)</a:t>
            </a:r>
          </a:p>
        </p:txBody>
      </p:sp>
      <p:pic>
        <p:nvPicPr>
          <p:cNvPr id="168" name=""/>
          <p:cNvPicPr>
            <a:picLocks xmlns:a="http://schemas.openxmlformats.org/drawingml/2006/main" noChangeAspect="1"/>
          </p:cNvPicPr>
          <p:nvPr/>
        </p:nvPicPr>
        <p:blipFill>
          <a:blip xmlns:r="http://schemas.openxmlformats.org/officeDocument/2006/relationships" xmlns:a="http://schemas.openxmlformats.org/drawingml/2006/main" r:embed="Rc1de52c49d36477e"/>
          <a:stretch xmlns:a="http://schemas.openxmlformats.org/drawingml/2006/main"/>
        </p:blipFill>
        <p:spPr>
          <a:xfrm xmlns:a="http://schemas.openxmlformats.org/drawingml/2006/main">
            <a:off x="5181600" y="9258300"/>
            <a:ext cx="161925" cy="161925"/>
          </a:xfrm>
          <a:prstGeom xmlns:a="http://schemas.openxmlformats.org/drawingml/2006/main" prst="rect">
            <a:avLst/>
          </a:prstGeom>
        </p:spPr>
      </p:pic>
      <p:sp>
        <p:nvSpPr>
          <p:cNvPr id="53" name="ML learning 4">
            <a:extLst xmlns:a="http://schemas.openxmlformats.org/drawingml/2006/main">
              <a:ext uri="{FF2B5EF4-FFF2-40B4-BE49-F238E27FC236}">
                <a16:creationId xmlns:a16="http://schemas.microsoft.com/office/drawing/2014/main" id="{8C289B2F-BA85-4581-8AA5-81086A5C1B15}"/>
              </a:ext>
            </a:extLst>
          </p:cNvPr>
          <p:cNvSpPr>
            <a:spLocks xmlns:a="http://schemas.openxmlformats.org/drawingml/2006/main" noGrp="1"/>
          </p:cNvSpPr>
          <p:nvPr/>
        </p:nvSpPr>
        <p:spPr>
          <a:xfrm xmlns:a="http://schemas.openxmlformats.org/drawingml/2006/main" rot="0">
            <a:off x="5448300" y="9210675"/>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Prediction &amp; evaluation</a:t>
            </a:r>
          </a:p>
        </p:txBody>
      </p:sp>
      <p:pic>
        <p:nvPicPr>
          <p:cNvPr id="170" name=""/>
          <p:cNvPicPr>
            <a:picLocks xmlns:a="http://schemas.openxmlformats.org/drawingml/2006/main" noChangeAspect="1"/>
          </p:cNvPicPr>
          <p:nvPr/>
        </p:nvPicPr>
        <p:blipFill>
          <a:blip xmlns:r="http://schemas.openxmlformats.org/officeDocument/2006/relationships" xmlns:a="http://schemas.openxmlformats.org/drawingml/2006/main" r:embed="R27573abc41ee4bdc"/>
          <a:stretch xmlns:a="http://schemas.openxmlformats.org/drawingml/2006/main"/>
        </p:blipFill>
        <p:spPr>
          <a:xfrm xmlns:a="http://schemas.openxmlformats.org/drawingml/2006/main">
            <a:off x="476250" y="9534525"/>
            <a:ext cx="161925" cy="161925"/>
          </a:xfrm>
          <a:prstGeom xmlns:a="http://schemas.openxmlformats.org/drawingml/2006/main" prst="rect">
            <a:avLst/>
          </a:prstGeom>
        </p:spPr>
      </p:pic>
      <p:sp>
        <p:nvSpPr>
          <p:cNvPr id="55" name="DA learning 5">
            <a:extLst xmlns:a="http://schemas.openxmlformats.org/drawingml/2006/main">
              <a:ext uri="{FF2B5EF4-FFF2-40B4-BE49-F238E27FC236}">
                <a16:creationId xmlns:a16="http://schemas.microsoft.com/office/drawing/2014/main" id="{6B2C8EE4-40CB-4E62-9473-710ECC26F037}"/>
              </a:ext>
            </a:extLst>
          </p:cNvPr>
          <p:cNvSpPr>
            <a:spLocks xmlns:a="http://schemas.openxmlformats.org/drawingml/2006/main" noGrp="1"/>
          </p:cNvSpPr>
          <p:nvPr/>
        </p:nvSpPr>
        <p:spPr>
          <a:xfrm xmlns:a="http://schemas.openxmlformats.org/drawingml/2006/main" rot="0">
            <a:off x="742950" y="9486900"/>
            <a:ext cx="3914775"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Basic statistics</a:t>
            </a:r>
          </a:p>
        </p:txBody>
      </p:sp>
      <p:pic>
        <p:nvPicPr>
          <p:cNvPr id="172" name=""/>
          <p:cNvPicPr>
            <a:picLocks xmlns:a="http://schemas.openxmlformats.org/drawingml/2006/main" noChangeAspect="1"/>
          </p:cNvPicPr>
          <p:nvPr/>
        </p:nvPicPr>
        <p:blipFill>
          <a:blip xmlns:r="http://schemas.openxmlformats.org/officeDocument/2006/relationships" xmlns:a="http://schemas.openxmlformats.org/drawingml/2006/main" r:embed="Rbe28c2ee777b4982"/>
          <a:stretch xmlns:a="http://schemas.openxmlformats.org/drawingml/2006/main"/>
        </p:blipFill>
        <p:spPr>
          <a:xfrm xmlns:a="http://schemas.openxmlformats.org/drawingml/2006/main">
            <a:off x="5181600" y="9534525"/>
            <a:ext cx="161925" cy="161925"/>
          </a:xfrm>
          <a:prstGeom xmlns:a="http://schemas.openxmlformats.org/drawingml/2006/main" prst="rect">
            <a:avLst/>
          </a:prstGeom>
        </p:spPr>
      </p:pic>
      <p:sp>
        <p:nvSpPr>
          <p:cNvPr id="57" name="ML learning 5">
            <a:extLst xmlns:a="http://schemas.openxmlformats.org/drawingml/2006/main">
              <a:ext uri="{FF2B5EF4-FFF2-40B4-BE49-F238E27FC236}">
                <a16:creationId xmlns:a16="http://schemas.microsoft.com/office/drawing/2014/main" id="{9EFB9F39-4303-435D-844D-89C6A6D5ABA4}"/>
              </a:ext>
            </a:extLst>
          </p:cNvPr>
          <p:cNvSpPr>
            <a:spLocks xmlns:a="http://schemas.openxmlformats.org/drawingml/2006/main" noGrp="1"/>
          </p:cNvSpPr>
          <p:nvPr/>
        </p:nvSpPr>
        <p:spPr>
          <a:xfrm xmlns:a="http://schemas.openxmlformats.org/drawingml/2006/main" rot="0">
            <a:off x="5448300" y="9486900"/>
            <a:ext cx="39052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002342"/>
                </a:solidFill>
                <a:latin typeface="Arial Narrow"/>
                <a:ea typeface="Arial Narrow"/>
                <a:cs typeface="Arial Narrow"/>
              </a:defRPr>
            </a:pPr>
            <a:r>
              <a:rPr sz="1650" b="0">
                <a:solidFill>
                  <a:srgbClr val="002342"/>
                </a:solidFill>
                <a:latin typeface="Arial Narrow"/>
                <a:ea typeface="Arial Narrow"/>
                <a:cs typeface="Arial Narrow"/>
              </a:rPr>
              <a:t>Real-world datasets</a:t>
            </a:r>
          </a:p>
        </p:txBody>
      </p:sp>
      <p:sp>
        <p:nvSpPr>
          <p:cNvPr id="58" name="DA outcome strip">
            <a:extLst xmlns:a="http://schemas.openxmlformats.org/drawingml/2006/main">
              <a:ext uri="{FF2B5EF4-FFF2-40B4-BE49-F238E27FC236}">
                <a16:creationId xmlns:a16="http://schemas.microsoft.com/office/drawing/2014/main" id="{D9C6EE35-20F2-4E7E-9E6A-64E494F14A6A}"/>
              </a:ext>
            </a:extLst>
          </p:cNvPr>
          <p:cNvSpPr>
            <a:spLocks xmlns:a="http://schemas.openxmlformats.org/drawingml/2006/main" noGrp="1"/>
          </p:cNvSpPr>
          <p:nvPr/>
        </p:nvSpPr>
        <p:spPr>
          <a:xfrm xmlns:a="http://schemas.openxmlformats.org/drawingml/2006/main" rot="0">
            <a:off x="381000" y="9953625"/>
            <a:ext cx="4286250" cy="885825"/>
          </a:xfrm>
          <a:prstGeom xmlns:a="http://schemas.openxmlformats.org/drawingml/2006/main" prst="roundRect">
            <a:avLst>
              <a:gd name="adj" fmla="val 10753"/>
            </a:avLst>
          </a:prstGeom>
          <a:solidFill xmlns:a="http://schemas.openxmlformats.org/drawingml/2006/main">
            <a:srgbClr val="C7EAF8"/>
          </a:solidFill>
          <a:ln xmlns:a="http://schemas.openxmlformats.org/drawingml/2006/main" w="0">
            <a:noFill/>
          </a:ln>
        </p:spPr>
      </p:sp>
      <p:sp>
        <p:nvSpPr>
          <p:cNvPr id="59" name="ML outcome strip">
            <a:extLst xmlns:a="http://schemas.openxmlformats.org/drawingml/2006/main">
              <a:ext uri="{FF2B5EF4-FFF2-40B4-BE49-F238E27FC236}">
                <a16:creationId xmlns:a16="http://schemas.microsoft.com/office/drawing/2014/main" id="{E24869FC-6F8F-4B2C-B541-655D14045C05}"/>
              </a:ext>
            </a:extLst>
          </p:cNvPr>
          <p:cNvSpPr>
            <a:spLocks xmlns:a="http://schemas.openxmlformats.org/drawingml/2006/main" noGrp="1"/>
          </p:cNvSpPr>
          <p:nvPr/>
        </p:nvSpPr>
        <p:spPr>
          <a:xfrm xmlns:a="http://schemas.openxmlformats.org/drawingml/2006/main" rot="0">
            <a:off x="5086350" y="9953625"/>
            <a:ext cx="4286250" cy="885825"/>
          </a:xfrm>
          <a:prstGeom xmlns:a="http://schemas.openxmlformats.org/drawingml/2006/main" prst="roundRect">
            <a:avLst>
              <a:gd name="adj" fmla="val 10753"/>
            </a:avLst>
          </a:prstGeom>
          <a:solidFill xmlns:a="http://schemas.openxmlformats.org/drawingml/2006/main">
            <a:srgbClr val="E0CBF7"/>
          </a:solidFill>
          <a:ln xmlns:a="http://schemas.openxmlformats.org/drawingml/2006/main" w="0">
            <a:noFill/>
          </a:ln>
        </p:spPr>
      </p:sp>
      <p:sp>
        <p:nvSpPr>
          <p:cNvPr id="60" name="DA Build">
            <a:extLst xmlns:a="http://schemas.openxmlformats.org/drawingml/2006/main">
              <a:ext uri="{FF2B5EF4-FFF2-40B4-BE49-F238E27FC236}">
                <a16:creationId xmlns:a16="http://schemas.microsoft.com/office/drawing/2014/main" id="{A831EDC7-DAA6-4743-9399-23DD6FA036D0}"/>
              </a:ext>
            </a:extLst>
          </p:cNvPr>
          <p:cNvSpPr>
            <a:spLocks xmlns:a="http://schemas.openxmlformats.org/drawingml/2006/main" noGrp="1"/>
          </p:cNvSpPr>
          <p:nvPr/>
        </p:nvSpPr>
        <p:spPr>
          <a:xfrm xmlns:a="http://schemas.openxmlformats.org/drawingml/2006/main" rot="0">
            <a:off x="514350" y="10029825"/>
            <a:ext cx="40386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004461"/>
                </a:solidFill>
                <a:latin typeface="Arial Narrow"/>
                <a:ea typeface="Arial Narrow"/>
                <a:cs typeface="Arial Narrow"/>
              </a:defRPr>
            </a:pPr>
            <a:r>
              <a:rPr sz="1800" b="1">
                <a:solidFill>
                  <a:srgbClr val="004461"/>
                </a:solidFill>
                <a:latin typeface="Arial Narrow"/>
                <a:ea typeface="Arial Narrow"/>
                <a:cs typeface="Arial Narrow"/>
              </a:rPr>
              <a:t>BUILD: A data analysis project</a:t>
            </a:r>
          </a:p>
        </p:txBody>
      </p:sp>
      <p:sp>
        <p:nvSpPr>
          <p:cNvPr id="61" name="DA project examples">
            <a:extLst xmlns:a="http://schemas.openxmlformats.org/drawingml/2006/main">
              <a:ext uri="{FF2B5EF4-FFF2-40B4-BE49-F238E27FC236}">
                <a16:creationId xmlns:a16="http://schemas.microsoft.com/office/drawing/2014/main" id="{2E93FEE5-18E4-4802-A8C6-3434D7006BA1}"/>
              </a:ext>
            </a:extLst>
          </p:cNvPr>
          <p:cNvSpPr>
            <a:spLocks xmlns:a="http://schemas.openxmlformats.org/drawingml/2006/main" noGrp="1"/>
          </p:cNvSpPr>
          <p:nvPr/>
        </p:nvSpPr>
        <p:spPr>
          <a:xfrm xmlns:a="http://schemas.openxmlformats.org/drawingml/2006/main" rot="0">
            <a:off x="514350" y="10420350"/>
            <a:ext cx="40386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sales, customer or social media data</a:t>
            </a:r>
          </a:p>
        </p:txBody>
      </p:sp>
      <p:sp>
        <p:nvSpPr>
          <p:cNvPr id="62" name="ML Build">
            <a:extLst xmlns:a="http://schemas.openxmlformats.org/drawingml/2006/main">
              <a:ext uri="{FF2B5EF4-FFF2-40B4-BE49-F238E27FC236}">
                <a16:creationId xmlns:a16="http://schemas.microsoft.com/office/drawing/2014/main" id="{74E79A3B-C5B2-4F85-AC96-7D7F74D60C89}"/>
              </a:ext>
            </a:extLst>
          </p:cNvPr>
          <p:cNvSpPr>
            <a:spLocks xmlns:a="http://schemas.openxmlformats.org/drawingml/2006/main" noGrp="1"/>
          </p:cNvSpPr>
          <p:nvPr/>
        </p:nvSpPr>
        <p:spPr>
          <a:xfrm xmlns:a="http://schemas.openxmlformats.org/drawingml/2006/main" rot="0">
            <a:off x="5219700" y="10029825"/>
            <a:ext cx="40195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6500BC"/>
                </a:solidFill>
                <a:latin typeface="Arial Narrow"/>
                <a:ea typeface="Arial Narrow"/>
                <a:cs typeface="Arial Narrow"/>
              </a:defRPr>
            </a:pPr>
            <a:r>
              <a:rPr sz="1800" b="1">
                <a:solidFill>
                  <a:srgbClr val="6500BC"/>
                </a:solidFill>
                <a:latin typeface="Arial Narrow"/>
                <a:ea typeface="Arial Narrow"/>
                <a:cs typeface="Arial Narrow"/>
              </a:rPr>
              <a:t>BUILD: A prediction model</a:t>
            </a:r>
          </a:p>
        </p:txBody>
      </p:sp>
      <p:sp>
        <p:nvSpPr>
          <p:cNvPr id="63" name="ML project examples">
            <a:extLst xmlns:a="http://schemas.openxmlformats.org/drawingml/2006/main">
              <a:ext uri="{FF2B5EF4-FFF2-40B4-BE49-F238E27FC236}">
                <a16:creationId xmlns:a16="http://schemas.microsoft.com/office/drawing/2014/main" id="{FDF216C7-E896-4E88-96FD-E432AF377044}"/>
              </a:ext>
            </a:extLst>
          </p:cNvPr>
          <p:cNvSpPr>
            <a:spLocks xmlns:a="http://schemas.openxmlformats.org/drawingml/2006/main" noGrp="1"/>
          </p:cNvSpPr>
          <p:nvPr/>
        </p:nvSpPr>
        <p:spPr>
          <a:xfrm xmlns:a="http://schemas.openxmlformats.org/drawingml/2006/main" rot="0">
            <a:off x="5219700" y="10382250"/>
            <a:ext cx="40290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e.g. house prices, classification</a:t>
            </a:r>
          </a:p>
          <a:p xmlns:a="http://schemas.openxmlformats.org/drawingml/2006/main">
            <a:pPr algn="l">
              <a:defRPr sz="1500" b="0">
                <a:solidFill>
                  <a:srgbClr val="002342"/>
                </a:solidFill>
                <a:latin typeface="Arial Narrow"/>
                <a:ea typeface="Arial Narrow"/>
                <a:cs typeface="Arial Narrow"/>
              </a:defRPr>
            </a:pPr>
            <a:r>
              <a:rPr sz="1500" b="0">
                <a:solidFill>
                  <a:srgbClr val="002342"/>
                </a:solidFill>
                <a:latin typeface="Arial Narrow"/>
                <a:ea typeface="Arial Narrow"/>
                <a:cs typeface="Arial Narrow"/>
              </a:rPr>
              <a:t>or recommendation</a:t>
            </a:r>
          </a:p>
        </p:txBody>
      </p:sp>
      <p:pic>
        <p:nvPicPr>
          <p:cNvPr id="180" name=""/>
          <p:cNvPicPr>
            <a:picLocks xmlns:a="http://schemas.openxmlformats.org/drawingml/2006/main" noChangeAspect="1"/>
          </p:cNvPicPr>
          <p:nvPr/>
        </p:nvPicPr>
        <p:blipFill>
          <a:blip xmlns:r="http://schemas.openxmlformats.org/officeDocument/2006/relationships" xmlns:a="http://schemas.openxmlformats.org/drawingml/2006/main" r:embed="Rac369768bc3542d9"/>
          <a:stretch xmlns:a="http://schemas.openxmlformats.org/drawingml/2006/main"/>
        </p:blipFill>
        <p:spPr>
          <a:xfrm xmlns:a="http://schemas.openxmlformats.org/drawingml/2006/main">
            <a:off x="394097" y="13087350"/>
            <a:ext cx="459581" cy="523875"/>
          </a:xfrm>
          <a:prstGeom xmlns:a="http://schemas.openxmlformats.org/drawingml/2006/main" prst="rect">
            <a:avLst/>
          </a:prstGeom>
        </p:spPr>
      </p:pic>
      <p:sp>
        <p:nvSpPr>
          <p:cNvPr id="65" name="Duration">
            <a:extLst xmlns:a="http://schemas.openxmlformats.org/drawingml/2006/main">
              <a:ext uri="{FF2B5EF4-FFF2-40B4-BE49-F238E27FC236}">
                <a16:creationId xmlns:a16="http://schemas.microsoft.com/office/drawing/2014/main" id="{F87920B0-9825-4B60-8C06-F5DC8DCEFF6A}"/>
              </a:ext>
            </a:extLst>
          </p:cNvPr>
          <p:cNvSpPr>
            <a:spLocks xmlns:a="http://schemas.openxmlformats.org/drawingml/2006/main" noGrp="1"/>
          </p:cNvSpPr>
          <p:nvPr/>
        </p:nvSpPr>
        <p:spPr>
          <a:xfrm xmlns:a="http://schemas.openxmlformats.org/drawingml/2006/main" rot="0">
            <a:off x="1066800" y="13201650"/>
            <a:ext cx="11525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002342"/>
                </a:solidFill>
                <a:latin typeface="Arial"/>
                <a:ea typeface="Arial"/>
                <a:cs typeface="Arial"/>
              </a:defRPr>
            </a:pPr>
            <a:r>
              <a:rPr sz="2175" b="1">
                <a:solidFill>
                  <a:srgbClr val="002342"/>
                </a:solidFill>
                <a:latin typeface="Arial"/>
                <a:ea typeface="Arial"/>
                <a:cs typeface="Arial"/>
              </a:rPr>
              <a:t>8 weeks</a:t>
            </a:r>
          </a:p>
        </p:txBody>
      </p:sp>
      <p:sp>
        <p:nvSpPr>
          <p:cNvPr id="66" name="Benefit divider 1">
            <a:extLst xmlns:a="http://schemas.openxmlformats.org/drawingml/2006/main">
              <a:ext uri="{FF2B5EF4-FFF2-40B4-BE49-F238E27FC236}">
                <a16:creationId xmlns:a16="http://schemas.microsoft.com/office/drawing/2014/main" id="{D0A8F0FF-83BB-4A94-9830-F88B73F7CCAA}"/>
              </a:ext>
            </a:extLst>
          </p:cNvPr>
          <p:cNvSpPr>
            <a:spLocks xmlns:a="http://schemas.openxmlformats.org/drawingml/2006/main" noGrp="1"/>
          </p:cNvSpPr>
          <p:nvPr/>
        </p:nvSpPr>
        <p:spPr>
          <a:xfrm xmlns:a="http://schemas.openxmlformats.org/drawingml/2006/main" rot="0">
            <a:off x="2228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83" name=""/>
          <p:cNvPicPr>
            <a:picLocks xmlns:a="http://schemas.openxmlformats.org/drawingml/2006/main" noChangeAspect="1"/>
          </p:cNvPicPr>
          <p:nvPr/>
        </p:nvPicPr>
        <p:blipFill>
          <a:blip xmlns:r="http://schemas.openxmlformats.org/officeDocument/2006/relationships" xmlns:a="http://schemas.openxmlformats.org/drawingml/2006/main" r:embed="R1270881c946e43b3"/>
          <a:stretch xmlns:a="http://schemas.openxmlformats.org/drawingml/2006/main"/>
        </p:blipFill>
        <p:spPr>
          <a:xfrm xmlns:a="http://schemas.openxmlformats.org/drawingml/2006/main">
            <a:off x="2438400" y="13128792"/>
            <a:ext cx="552450" cy="440991"/>
          </a:xfrm>
          <a:prstGeom xmlns:a="http://schemas.openxmlformats.org/drawingml/2006/main" prst="rect">
            <a:avLst/>
          </a:prstGeom>
        </p:spPr>
      </p:pic>
      <p:sp>
        <p:nvSpPr>
          <p:cNvPr id="68" name="Group limit">
            <a:extLst xmlns:a="http://schemas.openxmlformats.org/drawingml/2006/main">
              <a:ext uri="{FF2B5EF4-FFF2-40B4-BE49-F238E27FC236}">
                <a16:creationId xmlns:a16="http://schemas.microsoft.com/office/drawing/2014/main" id="{4FA0252D-A5F8-4535-9D31-FDB3C066C7E4}"/>
              </a:ext>
            </a:extLst>
          </p:cNvPr>
          <p:cNvSpPr>
            <a:spLocks xmlns:a="http://schemas.openxmlformats.org/drawingml/2006/main" noGrp="1"/>
          </p:cNvSpPr>
          <p:nvPr/>
        </p:nvSpPr>
        <p:spPr>
          <a:xfrm xmlns:a="http://schemas.openxmlformats.org/drawingml/2006/main" rot="0">
            <a:off x="3162300" y="13125450"/>
            <a:ext cx="1504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Max. 5</a:t>
            </a:r>
          </a:p>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learners/group</a:t>
            </a:r>
          </a:p>
        </p:txBody>
      </p:sp>
      <p:sp>
        <p:nvSpPr>
          <p:cNvPr id="69" name="Benefit divider 2">
            <a:extLst xmlns:a="http://schemas.openxmlformats.org/drawingml/2006/main">
              <a:ext uri="{FF2B5EF4-FFF2-40B4-BE49-F238E27FC236}">
                <a16:creationId xmlns:a16="http://schemas.microsoft.com/office/drawing/2014/main" id="{43E71C55-49A9-4527-B27E-88EA53ECCBA4}"/>
              </a:ext>
            </a:extLst>
          </p:cNvPr>
          <p:cNvSpPr>
            <a:spLocks xmlns:a="http://schemas.openxmlformats.org/drawingml/2006/main" noGrp="1"/>
          </p:cNvSpPr>
          <p:nvPr/>
        </p:nvSpPr>
        <p:spPr>
          <a:xfrm xmlns:a="http://schemas.openxmlformats.org/drawingml/2006/main" rot="0">
            <a:off x="457200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86" name=""/>
          <p:cNvPicPr>
            <a:picLocks xmlns:a="http://schemas.openxmlformats.org/drawingml/2006/main" noChangeAspect="1"/>
          </p:cNvPicPr>
          <p:nvPr/>
        </p:nvPicPr>
        <p:blipFill>
          <a:blip xmlns:r="http://schemas.openxmlformats.org/officeDocument/2006/relationships" xmlns:a="http://schemas.openxmlformats.org/drawingml/2006/main" r:embed="R16d7fd939c0b49c1"/>
          <a:stretch xmlns:a="http://schemas.openxmlformats.org/drawingml/2006/main"/>
        </p:blipFill>
        <p:spPr>
          <a:xfrm xmlns:a="http://schemas.openxmlformats.org/drawingml/2006/main">
            <a:off x="4800600" y="13129022"/>
            <a:ext cx="561975" cy="450056"/>
          </a:xfrm>
          <a:prstGeom xmlns:a="http://schemas.openxmlformats.org/drawingml/2006/main" prst="rect">
            <a:avLst/>
          </a:prstGeom>
        </p:spPr>
      </p:pic>
      <p:sp>
        <p:nvSpPr>
          <p:cNvPr id="71" name="Beginner access">
            <a:extLst xmlns:a="http://schemas.openxmlformats.org/drawingml/2006/main">
              <a:ext uri="{FF2B5EF4-FFF2-40B4-BE49-F238E27FC236}">
                <a16:creationId xmlns:a16="http://schemas.microsoft.com/office/drawing/2014/main" id="{B6B21C90-7FD5-4748-82F4-3DA15FB0D52E}"/>
              </a:ext>
            </a:extLst>
          </p:cNvPr>
          <p:cNvSpPr>
            <a:spLocks xmlns:a="http://schemas.openxmlformats.org/drawingml/2006/main" noGrp="1"/>
          </p:cNvSpPr>
          <p:nvPr/>
        </p:nvSpPr>
        <p:spPr>
          <a:xfrm xmlns:a="http://schemas.openxmlformats.org/drawingml/2006/main" rot="0">
            <a:off x="5505450" y="13125450"/>
            <a:ext cx="16668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No coding</a:t>
            </a:r>
          </a:p>
          <a:p xmlns:a="http://schemas.openxmlformats.org/drawingml/2006/main">
            <a:pPr algn="l">
              <a:defRPr sz="1500" b="0">
                <a:solidFill>
                  <a:srgbClr val="0034C5"/>
                </a:solidFill>
                <a:latin typeface="Arial"/>
                <a:ea typeface="Arial"/>
                <a:cs typeface="Arial"/>
              </a:defRPr>
            </a:pPr>
            <a:r>
              <a:rPr sz="1500" b="0">
                <a:solidFill>
                  <a:srgbClr val="0034C5"/>
                </a:solidFill>
                <a:latin typeface="Arial"/>
                <a:ea typeface="Arial"/>
                <a:cs typeface="Arial"/>
              </a:rPr>
              <a:t>experience needed</a:t>
            </a:r>
          </a:p>
        </p:txBody>
      </p:sp>
      <p:sp>
        <p:nvSpPr>
          <p:cNvPr id="72" name="Benefit divider 3">
            <a:extLst xmlns:a="http://schemas.openxmlformats.org/drawingml/2006/main">
              <a:ext uri="{FF2B5EF4-FFF2-40B4-BE49-F238E27FC236}">
                <a16:creationId xmlns:a16="http://schemas.microsoft.com/office/drawing/2014/main" id="{E8B54804-1037-4D74-8B9B-1FADDA4B21E7}"/>
              </a:ext>
            </a:extLst>
          </p:cNvPr>
          <p:cNvSpPr>
            <a:spLocks xmlns:a="http://schemas.openxmlformats.org/drawingml/2006/main" noGrp="1"/>
          </p:cNvSpPr>
          <p:nvPr/>
        </p:nvSpPr>
        <p:spPr>
          <a:xfrm xmlns:a="http://schemas.openxmlformats.org/drawingml/2006/main" rot="0">
            <a:off x="7181850" y="13087350"/>
            <a:ext cx="9525" cy="533400"/>
          </a:xfrm>
          <a:prstGeom xmlns:a="http://schemas.openxmlformats.org/drawingml/2006/main" prst="rect">
            <a:avLst/>
          </a:prstGeom>
          <a:solidFill xmlns:a="http://schemas.openxmlformats.org/drawingml/2006/main">
            <a:srgbClr val="B8DDEC"/>
          </a:solidFill>
          <a:ln xmlns:a="http://schemas.openxmlformats.org/drawingml/2006/main" w="0">
            <a:noFill/>
          </a:ln>
        </p:spPr>
      </p:sp>
      <p:pic>
        <p:nvPicPr>
          <p:cNvPr id="189" name=""/>
          <p:cNvPicPr>
            <a:picLocks xmlns:a="http://schemas.openxmlformats.org/drawingml/2006/main" noChangeAspect="1"/>
          </p:cNvPicPr>
          <p:nvPr/>
        </p:nvPicPr>
        <p:blipFill>
          <a:blip xmlns:r="http://schemas.openxmlformats.org/officeDocument/2006/relationships" xmlns:a="http://schemas.openxmlformats.org/drawingml/2006/main" r:embed="R31500dda08a74cd7"/>
          <a:stretch xmlns:a="http://schemas.openxmlformats.org/drawingml/2006/main"/>
        </p:blipFill>
        <p:spPr>
          <a:xfrm xmlns:a="http://schemas.openxmlformats.org/drawingml/2006/main">
            <a:off x="7419975" y="13132594"/>
            <a:ext cx="542925" cy="433388"/>
          </a:xfrm>
          <a:prstGeom xmlns:a="http://schemas.openxmlformats.org/drawingml/2006/main" prst="rect">
            <a:avLst/>
          </a:prstGeom>
        </p:spPr>
      </p:pic>
      <p:sp>
        <p:nvSpPr>
          <p:cNvPr id="74" name="Places">
            <a:extLst xmlns:a="http://schemas.openxmlformats.org/drawingml/2006/main">
              <a:ext uri="{FF2B5EF4-FFF2-40B4-BE49-F238E27FC236}">
                <a16:creationId xmlns:a16="http://schemas.microsoft.com/office/drawing/2014/main" id="{EFE5A3BF-4E3E-4778-AF4A-4D522DA8C737}"/>
              </a:ext>
            </a:extLst>
          </p:cNvPr>
          <p:cNvSpPr>
            <a:spLocks xmlns:a="http://schemas.openxmlformats.org/drawingml/2006/main" noGrp="1"/>
          </p:cNvSpPr>
          <p:nvPr/>
        </p:nvSpPr>
        <p:spPr>
          <a:xfrm xmlns:a="http://schemas.openxmlformats.org/drawingml/2006/main" rot="0">
            <a:off x="8124825" y="13001625"/>
            <a:ext cx="1362075"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1">
                <a:solidFill>
                  <a:srgbClr val="002342"/>
                </a:solidFill>
                <a:latin typeface="Arial"/>
                <a:ea typeface="Arial"/>
                <a:cs typeface="Arial"/>
              </a:defRPr>
            </a:pPr>
            <a:r>
              <a:rPr sz="1650" b="1">
                <a:solidFill>
                  <a:srgbClr val="002342"/>
                </a:solidFill>
                <a:latin typeface="Arial"/>
                <a:ea typeface="Arial"/>
                <a:cs typeface="Arial"/>
              </a:rPr>
              <a:t>Only 15</a:t>
            </a:r>
          </a:p>
          <a:p xmlns:a="http://schemas.openxmlformats.org/drawingml/2006/main">
            <a:pPr algn="l">
              <a:defRPr sz="1650" b="1">
                <a:solidFill>
                  <a:srgbClr val="002342"/>
                </a:solidFill>
                <a:latin typeface="Arial"/>
                <a:ea typeface="Arial"/>
                <a:cs typeface="Arial"/>
              </a:defRPr>
            </a:pPr>
            <a:r>
              <a:rPr sz="1650" b="1">
                <a:solidFill>
                  <a:srgbClr val="002342"/>
                </a:solidFill>
                <a:latin typeface="Arial"/>
                <a:ea typeface="Arial"/>
                <a:cs typeface="Arial"/>
              </a:rPr>
              <a:t>places</a:t>
            </a:r>
          </a:p>
        </p:txBody>
      </p:sp>
      <p:sp>
        <p:nvSpPr>
          <p:cNvPr id="75" name="Places qualifier">
            <a:extLst xmlns:a="http://schemas.openxmlformats.org/drawingml/2006/main">
              <a:ext uri="{FF2B5EF4-FFF2-40B4-BE49-F238E27FC236}">
                <a16:creationId xmlns:a16="http://schemas.microsoft.com/office/drawing/2014/main" id="{7D6AC881-29FF-4654-A509-0604BE49A08E}"/>
              </a:ext>
            </a:extLst>
          </p:cNvPr>
          <p:cNvSpPr>
            <a:spLocks xmlns:a="http://schemas.openxmlformats.org/drawingml/2006/main" noGrp="1"/>
          </p:cNvSpPr>
          <p:nvPr/>
        </p:nvSpPr>
        <p:spPr>
          <a:xfrm xmlns:a="http://schemas.openxmlformats.org/drawingml/2006/main" rot="0">
            <a:off x="8124825" y="13535025"/>
            <a:ext cx="13906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1">
                <a:solidFill>
                  <a:srgbClr val="002342"/>
                </a:solidFill>
                <a:latin typeface="Arial"/>
                <a:ea typeface="Arial"/>
                <a:cs typeface="Arial"/>
              </a:defRPr>
            </a:pPr>
            <a:r>
              <a:rPr sz="1125" b="1">
                <a:solidFill>
                  <a:srgbClr val="002342"/>
                </a:solidFill>
                <a:latin typeface="Arial"/>
                <a:ea typeface="Arial"/>
                <a:cs typeface="Arial"/>
              </a:rPr>
              <a:t>(whole programme)</a:t>
            </a:r>
          </a:p>
        </p:txBody>
      </p:sp>
      <p:sp>
        <p:nvSpPr>
          <p:cNvPr id="76" name="Programme fee panel">
            <a:extLst xmlns:a="http://schemas.openxmlformats.org/drawingml/2006/main">
              <a:ext uri="{FF2B5EF4-FFF2-40B4-BE49-F238E27FC236}">
                <a16:creationId xmlns:a16="http://schemas.microsoft.com/office/drawing/2014/main" id="{F28DD447-5306-47F7-A969-74994531002E}"/>
              </a:ext>
            </a:extLst>
          </p:cNvPr>
          <p:cNvSpPr>
            <a:spLocks xmlns:a="http://schemas.openxmlformats.org/drawingml/2006/main" noGrp="1"/>
          </p:cNvSpPr>
          <p:nvPr/>
        </p:nvSpPr>
        <p:spPr>
          <a:xfrm xmlns:a="http://schemas.openxmlformats.org/drawingml/2006/main" rot="0">
            <a:off x="276225" y="13868400"/>
            <a:ext cx="46005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77" name="Programme fee heading">
            <a:extLst xmlns:a="http://schemas.openxmlformats.org/drawingml/2006/main">
              <a:ext uri="{FF2B5EF4-FFF2-40B4-BE49-F238E27FC236}">
                <a16:creationId xmlns:a16="http://schemas.microsoft.com/office/drawing/2014/main" id="{CB3D0712-F52B-4425-AAB8-9DA97F4602C9}"/>
              </a:ext>
            </a:extLst>
          </p:cNvPr>
          <p:cNvSpPr>
            <a:spLocks xmlns:a="http://schemas.openxmlformats.org/drawingml/2006/main" noGrp="1"/>
          </p:cNvSpPr>
          <p:nvPr/>
        </p:nvSpPr>
        <p:spPr>
          <a:xfrm xmlns:a="http://schemas.openxmlformats.org/drawingml/2006/main" rot="0">
            <a:off x="466725" y="14049375"/>
            <a:ext cx="428625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Programme fee (per learner)</a:t>
            </a:r>
          </a:p>
        </p:txBody>
      </p:sp>
      <p:sp>
        <p:nvSpPr>
          <p:cNvPr id="78" name="Small group price">
            <a:extLst xmlns:a="http://schemas.openxmlformats.org/drawingml/2006/main">
              <a:ext uri="{FF2B5EF4-FFF2-40B4-BE49-F238E27FC236}">
                <a16:creationId xmlns:a16="http://schemas.microsoft.com/office/drawing/2014/main" id="{2420DF36-CDD5-4DBB-A1AC-7D0080D7E502}"/>
              </a:ext>
            </a:extLst>
          </p:cNvPr>
          <p:cNvSpPr>
            <a:spLocks xmlns:a="http://schemas.openxmlformats.org/drawingml/2006/main" noGrp="1"/>
          </p:cNvSpPr>
          <p:nvPr/>
        </p:nvSpPr>
        <p:spPr>
          <a:xfrm xmlns:a="http://schemas.openxmlformats.org/drawingml/2006/main" rot="0">
            <a:off x="466725" y="14430375"/>
            <a:ext cx="21240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75" b="1">
                <a:solidFill>
                  <a:srgbClr val="FFFFFF"/>
                </a:solidFill>
                <a:latin typeface="Arial"/>
                <a:ea typeface="Arial"/>
                <a:cs typeface="Arial"/>
              </a:defRPr>
            </a:pPr>
            <a:r>
              <a:rPr sz="2175" b="1">
                <a:solidFill>
                  <a:srgbClr val="FFFFFF"/>
                </a:solidFill>
                <a:latin typeface="Arial"/>
                <a:ea typeface="Arial"/>
                <a:cs typeface="Arial"/>
              </a:rPr>
              <a:t>UGX 800,000</a:t>
            </a:r>
          </a:p>
        </p:txBody>
      </p:sp>
      <p:sp>
        <p:nvSpPr>
          <p:cNvPr id="79" name="Fee divider">
            <a:extLst xmlns:a="http://schemas.openxmlformats.org/drawingml/2006/main">
              <a:ext uri="{FF2B5EF4-FFF2-40B4-BE49-F238E27FC236}">
                <a16:creationId xmlns:a16="http://schemas.microsoft.com/office/drawing/2014/main" id="{4FDE8CD4-2C68-4D1A-8FC4-DA7A0428A8E6}"/>
              </a:ext>
            </a:extLst>
          </p:cNvPr>
          <p:cNvSpPr>
            <a:spLocks xmlns:a="http://schemas.openxmlformats.org/drawingml/2006/main" noGrp="1"/>
          </p:cNvSpPr>
          <p:nvPr/>
        </p:nvSpPr>
        <p:spPr>
          <a:xfrm xmlns:a="http://schemas.openxmlformats.org/drawingml/2006/main" rot="0">
            <a:off x="2657475" y="14439900"/>
            <a:ext cx="9525" cy="695325"/>
          </a:xfrm>
          <a:prstGeom xmlns:a="http://schemas.openxmlformats.org/drawingml/2006/main" prst="rect">
            <a:avLst/>
          </a:prstGeom>
          <a:solidFill xmlns:a="http://schemas.openxmlformats.org/drawingml/2006/main">
            <a:srgbClr val="D2E3EF"/>
          </a:solidFill>
          <a:ln xmlns:a="http://schemas.openxmlformats.org/drawingml/2006/main" w="0">
            <a:noFill/>
          </a:ln>
        </p:spPr>
      </p:sp>
      <p:sp>
        <p:nvSpPr>
          <p:cNvPr id="80" name="Private price">
            <a:extLst xmlns:a="http://schemas.openxmlformats.org/drawingml/2006/main">
              <a:ext uri="{FF2B5EF4-FFF2-40B4-BE49-F238E27FC236}">
                <a16:creationId xmlns:a16="http://schemas.microsoft.com/office/drawing/2014/main" id="{35748EC5-4ABE-47E1-92C1-D052FB400E35}"/>
              </a:ext>
            </a:extLst>
          </p:cNvPr>
          <p:cNvSpPr>
            <a:spLocks xmlns:a="http://schemas.openxmlformats.org/drawingml/2006/main" noGrp="1"/>
          </p:cNvSpPr>
          <p:nvPr/>
        </p:nvSpPr>
        <p:spPr>
          <a:xfrm xmlns:a="http://schemas.openxmlformats.org/drawingml/2006/main" rot="0">
            <a:off x="2800350" y="14430375"/>
            <a:ext cx="2076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FFFFFF"/>
                </a:solidFill>
                <a:latin typeface="Arial"/>
                <a:ea typeface="Arial"/>
                <a:cs typeface="Arial"/>
              </a:defRPr>
            </a:pPr>
            <a:r>
              <a:rPr sz="2025" b="1">
                <a:solidFill>
                  <a:srgbClr val="FFFFFF"/>
                </a:solidFill>
                <a:latin typeface="Arial"/>
                <a:ea typeface="Arial"/>
                <a:cs typeface="Arial"/>
              </a:rPr>
              <a:t>UGX 1,000,000</a:t>
            </a:r>
          </a:p>
        </p:txBody>
      </p:sp>
      <p:sp>
        <p:nvSpPr>
          <p:cNvPr id="81" name="Small group condition">
            <a:extLst xmlns:a="http://schemas.openxmlformats.org/drawingml/2006/main">
              <a:ext uri="{FF2B5EF4-FFF2-40B4-BE49-F238E27FC236}">
                <a16:creationId xmlns:a16="http://schemas.microsoft.com/office/drawing/2014/main" id="{5D228247-1D70-45D8-8AD0-97A8EB7D369C}"/>
              </a:ext>
            </a:extLst>
          </p:cNvPr>
          <p:cNvSpPr>
            <a:spLocks xmlns:a="http://schemas.openxmlformats.org/drawingml/2006/main" noGrp="1"/>
          </p:cNvSpPr>
          <p:nvPr/>
        </p:nvSpPr>
        <p:spPr>
          <a:xfrm xmlns:a="http://schemas.openxmlformats.org/drawingml/2006/main" rot="0">
            <a:off x="466725" y="14820900"/>
            <a:ext cx="21336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050" b="0">
                <a:solidFill>
                  <a:srgbClr val="FFFFFF"/>
                </a:solidFill>
                <a:latin typeface="Arial"/>
                <a:ea typeface="Arial"/>
                <a:cs typeface="Arial"/>
              </a:defRPr>
            </a:pPr>
            <a:r>
              <a:rPr sz="1050" b="0">
                <a:solidFill>
                  <a:srgbClr val="FFFFFF"/>
                </a:solidFill>
                <a:latin typeface="Arial"/>
                <a:ea typeface="Arial"/>
                <a:cs typeface="Arial"/>
              </a:rPr>
              <a:t>Small group · exactly 5 learners</a:t>
            </a:r>
          </a:p>
        </p:txBody>
      </p:sp>
      <p:sp>
        <p:nvSpPr>
          <p:cNvPr id="82" name="Private condition">
            <a:extLst xmlns:a="http://schemas.openxmlformats.org/drawingml/2006/main">
              <a:ext uri="{FF2B5EF4-FFF2-40B4-BE49-F238E27FC236}">
                <a16:creationId xmlns:a16="http://schemas.microsoft.com/office/drawing/2014/main" id="{12E6DE4B-976F-4003-858F-E98A3F9150A6}"/>
              </a:ext>
            </a:extLst>
          </p:cNvPr>
          <p:cNvSpPr>
            <a:spLocks xmlns:a="http://schemas.openxmlformats.org/drawingml/2006/main" noGrp="1"/>
          </p:cNvSpPr>
          <p:nvPr/>
        </p:nvSpPr>
        <p:spPr>
          <a:xfrm xmlns:a="http://schemas.openxmlformats.org/drawingml/2006/main" rot="0">
            <a:off x="2809875" y="14773275"/>
            <a:ext cx="2009775"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Private / semi-private</a:t>
            </a:r>
          </a:p>
          <a:p xmlns:a="http://schemas.openxmlformats.org/drawingml/2006/main">
            <a:pPr algn="l">
              <a:defRPr sz="1350" b="0">
                <a:solidFill>
                  <a:srgbClr val="FFFFFF"/>
                </a:solidFill>
                <a:latin typeface="Arial"/>
                <a:ea typeface="Arial"/>
                <a:cs typeface="Arial"/>
              </a:defRPr>
            </a:pPr>
            <a:r>
              <a:rPr sz="1350" b="0">
                <a:solidFill>
                  <a:srgbClr val="FFFFFF"/>
                </a:solidFill>
                <a:latin typeface="Arial"/>
                <a:ea typeface="Arial"/>
                <a:cs typeface="Arial"/>
              </a:rPr>
              <a:t>1–4 learners</a:t>
            </a:r>
          </a:p>
        </p:txBody>
      </p:sp>
      <p:sp>
        <p:nvSpPr>
          <p:cNvPr id="83" name="Booking panel">
            <a:extLst xmlns:a="http://schemas.openxmlformats.org/drawingml/2006/main">
              <a:ext uri="{FF2B5EF4-FFF2-40B4-BE49-F238E27FC236}">
                <a16:creationId xmlns:a16="http://schemas.microsoft.com/office/drawing/2014/main" id="{A7177B00-824A-4FD0-B679-A10736CCA32F}"/>
              </a:ext>
            </a:extLst>
          </p:cNvPr>
          <p:cNvSpPr>
            <a:spLocks xmlns:a="http://schemas.openxmlformats.org/drawingml/2006/main" noGrp="1"/>
          </p:cNvSpPr>
          <p:nvPr/>
        </p:nvSpPr>
        <p:spPr>
          <a:xfrm xmlns:a="http://schemas.openxmlformats.org/drawingml/2006/main" rot="0">
            <a:off x="4962525" y="13868400"/>
            <a:ext cx="2962275" cy="1524000"/>
          </a:xfrm>
          <a:prstGeom xmlns:a="http://schemas.openxmlformats.org/drawingml/2006/main" prst="roundRect">
            <a:avLst>
              <a:gd name="adj" fmla="val 7500"/>
            </a:avLst>
          </a:prstGeom>
          <a:solidFill xmlns:a="http://schemas.openxmlformats.org/drawingml/2006/main">
            <a:srgbClr val="002342"/>
          </a:solidFill>
          <a:ln xmlns:a="http://schemas.openxmlformats.org/drawingml/2006/main" w="0">
            <a:noFill/>
          </a:ln>
        </p:spPr>
      </p:sp>
      <p:sp>
        <p:nvSpPr>
          <p:cNvPr id="84" name="Reserve call to action">
            <a:extLst xmlns:a="http://schemas.openxmlformats.org/drawingml/2006/main">
              <a:ext uri="{FF2B5EF4-FFF2-40B4-BE49-F238E27FC236}">
                <a16:creationId xmlns:a16="http://schemas.microsoft.com/office/drawing/2014/main" id="{D65C0004-9164-4130-8525-E3771D320CE4}"/>
              </a:ext>
            </a:extLst>
          </p:cNvPr>
          <p:cNvSpPr>
            <a:spLocks xmlns:a="http://schemas.openxmlformats.org/drawingml/2006/main" noGrp="1"/>
          </p:cNvSpPr>
          <p:nvPr/>
        </p:nvSpPr>
        <p:spPr>
          <a:xfrm xmlns:a="http://schemas.openxmlformats.org/drawingml/2006/main" rot="0">
            <a:off x="5086350" y="13992225"/>
            <a:ext cx="2724150" cy="504825"/>
          </a:xfrm>
          <a:prstGeom xmlns:a="http://schemas.openxmlformats.org/drawingml/2006/main" prst="roundRect">
            <a:avLst>
              <a:gd name="adj" fmla="val 16981"/>
            </a:avLst>
          </a:prstGeom>
          <a:solidFill xmlns:a="http://schemas.openxmlformats.org/drawingml/2006/main">
            <a:srgbClr val="00B394"/>
          </a:solidFill>
          <a:ln xmlns:a="http://schemas.openxmlformats.org/drawingml/2006/main" w="0">
            <a:noFill/>
          </a:ln>
        </p:spPr>
      </p:sp>
      <p:sp>
        <p:nvSpPr>
          <p:cNvPr id="85" name="Reserve wording">
            <a:extLst xmlns:a="http://schemas.openxmlformats.org/drawingml/2006/main">
              <a:ext uri="{FF2B5EF4-FFF2-40B4-BE49-F238E27FC236}">
                <a16:creationId xmlns:a16="http://schemas.microsoft.com/office/drawing/2014/main" id="{392A9621-CA33-4D57-8982-E79AA5A7CA2A}"/>
              </a:ext>
            </a:extLst>
          </p:cNvPr>
          <p:cNvSpPr>
            <a:spLocks xmlns:a="http://schemas.openxmlformats.org/drawingml/2006/main" noGrp="1"/>
          </p:cNvSpPr>
          <p:nvPr/>
        </p:nvSpPr>
        <p:spPr>
          <a:xfrm xmlns:a="http://schemas.openxmlformats.org/drawingml/2006/main" rot="0">
            <a:off x="5276850" y="14106525"/>
            <a:ext cx="24574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Reserve your place →</a:t>
            </a:r>
          </a:p>
        </p:txBody>
      </p:sp>
      <p:pic>
        <p:nvPicPr>
          <p:cNvPr id="202" name=""/>
          <p:cNvPicPr>
            <a:picLocks xmlns:a="http://schemas.openxmlformats.org/drawingml/2006/main" noChangeAspect="1"/>
          </p:cNvPicPr>
          <p:nvPr/>
        </p:nvPicPr>
        <p:blipFill>
          <a:blip xmlns:r="http://schemas.openxmlformats.org/officeDocument/2006/relationships" xmlns:a="http://schemas.openxmlformats.org/drawingml/2006/main" r:embed="Rcc9ac1f777fd4086"/>
          <a:stretch xmlns:a="http://schemas.openxmlformats.org/drawingml/2006/main"/>
        </p:blipFill>
        <p:spPr>
          <a:xfrm xmlns:a="http://schemas.openxmlformats.org/drawingml/2006/main">
            <a:off x="5098256" y="14639925"/>
            <a:ext cx="300038" cy="342900"/>
          </a:xfrm>
          <a:prstGeom xmlns:a="http://schemas.openxmlformats.org/drawingml/2006/main" prst="rect">
            <a:avLst/>
          </a:prstGeom>
        </p:spPr>
      </p:pic>
      <p:sp>
        <p:nvSpPr>
          <p:cNvPr id="87" name="WhatsApp number">
            <a:extLst xmlns:a="http://schemas.openxmlformats.org/drawingml/2006/main">
              <a:ext uri="{FF2B5EF4-FFF2-40B4-BE49-F238E27FC236}">
                <a16:creationId xmlns:a16="http://schemas.microsoft.com/office/drawing/2014/main" id="{D4C9F3CB-D3E2-422D-B854-598258A63CE5}"/>
              </a:ext>
            </a:extLst>
          </p:cNvPr>
          <p:cNvSpPr>
            <a:spLocks xmlns:a="http://schemas.openxmlformats.org/drawingml/2006/main" noGrp="1"/>
          </p:cNvSpPr>
          <p:nvPr/>
        </p:nvSpPr>
        <p:spPr>
          <a:xfrm xmlns:a="http://schemas.openxmlformats.org/drawingml/2006/main" rot="0">
            <a:off x="5572125" y="14706600"/>
            <a:ext cx="2333625"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+256 750 990 718</a:t>
            </a:r>
          </a:p>
        </p:txBody>
      </p:sp>
      <p:pic>
        <p:nvPicPr>
          <p:cNvPr id="204" name=""/>
          <p:cNvPicPr>
            <a:picLocks xmlns:a="http://schemas.openxmlformats.org/drawingml/2006/main" noChangeAspect="1"/>
          </p:cNvPicPr>
          <p:nvPr/>
        </p:nvPicPr>
        <p:blipFill>
          <a:blip xmlns:r="http://schemas.openxmlformats.org/officeDocument/2006/relationships" xmlns:a="http://schemas.openxmlformats.org/drawingml/2006/main" r:embed="R4aeeee7c7ac14e06"/>
          <a:stretch xmlns:a="http://schemas.openxmlformats.org/drawingml/2006/main"/>
        </p:blipFill>
        <p:spPr>
          <a:xfrm xmlns:a="http://schemas.openxmlformats.org/drawingml/2006/main">
            <a:off x="5119688" y="15068550"/>
            <a:ext cx="228600" cy="228600"/>
          </a:xfrm>
          <a:prstGeom xmlns:a="http://schemas.openxmlformats.org/drawingml/2006/main" prst="rect">
            <a:avLst/>
          </a:prstGeom>
        </p:spPr>
      </p:pic>
      <p:sp>
        <p:nvSpPr>
          <p:cNvPr id="89" name="Email">
            <a:extLst xmlns:a="http://schemas.openxmlformats.org/drawingml/2006/main">
              <a:ext uri="{FF2B5EF4-FFF2-40B4-BE49-F238E27FC236}">
                <a16:creationId xmlns:a16="http://schemas.microsoft.com/office/drawing/2014/main" id="{D544ACE4-A02A-4144-A63E-1F2477DE2281}"/>
              </a:ext>
            </a:extLst>
          </p:cNvPr>
          <p:cNvSpPr>
            <a:spLocks xmlns:a="http://schemas.openxmlformats.org/drawingml/2006/main" noGrp="1"/>
          </p:cNvSpPr>
          <p:nvPr/>
        </p:nvSpPr>
        <p:spPr>
          <a:xfrm xmlns:a="http://schemas.openxmlformats.org/drawingml/2006/main" rot="0">
            <a:off x="5543550" y="15116175"/>
            <a:ext cx="22955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jothammartin.wambi@gmail.com</a:t>
            </a:r>
          </a:p>
        </p:txBody>
      </p:sp>
      <p:pic>
        <p:nvPicPr>
          <p:cNvPr id="206" name=""/>
          <p:cNvPicPr>
            <a:picLocks xmlns:a="http://schemas.openxmlformats.org/drawingml/2006/main" noChangeAspect="1"/>
          </p:cNvPicPr>
          <p:nvPr/>
        </p:nvPicPr>
        <p:blipFill>
          <a:blip xmlns:r="http://schemas.openxmlformats.org/officeDocument/2006/relationships" xmlns:a="http://schemas.openxmlformats.org/drawingml/2006/main" r:embed="R1021de659ab448cb"/>
          <a:stretch xmlns:a="http://schemas.openxmlformats.org/drawingml/2006/main"/>
        </p:blipFill>
        <p:spPr>
          <a:xfrm xmlns:a="http://schemas.openxmlformats.org/drawingml/2006/main">
            <a:off x="7943850" y="13858875"/>
            <a:ext cx="1562100" cy="1562100"/>
          </a:xfrm>
          <a:prstGeom xmlns:a="http://schemas.openxmlformats.org/drawingml/2006/main" prst="rect">
            <a:avLst/>
          </a:prstGeom>
        </p:spPr>
      </p:pic>
      <p:sp>
        <p:nvSpPr>
          <p:cNvPr id="91" name="QR caption">
            <a:extLst xmlns:a="http://schemas.openxmlformats.org/drawingml/2006/main">
              <a:ext uri="{FF2B5EF4-FFF2-40B4-BE49-F238E27FC236}">
                <a16:creationId xmlns:a16="http://schemas.microsoft.com/office/drawing/2014/main" id="{14539214-1028-416E-927F-31920241BCFA}"/>
              </a:ext>
            </a:extLst>
          </p:cNvPr>
          <p:cNvSpPr>
            <a:spLocks xmlns:a="http://schemas.openxmlformats.org/drawingml/2006/main" noGrp="1"/>
          </p:cNvSpPr>
          <p:nvPr/>
        </p:nvSpPr>
        <p:spPr>
          <a:xfrm xmlns:a="http://schemas.openxmlformats.org/drawingml/2006/main" rot="0">
            <a:off x="7991475" y="15430500"/>
            <a:ext cx="16192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1">
                <a:solidFill>
                  <a:srgbClr val="002342"/>
                </a:solidFill>
                <a:latin typeface="Arial"/>
                <a:ea typeface="Arial"/>
                <a:cs typeface="Arial"/>
              </a:defRPr>
            </a:pPr>
            <a:r>
              <a:rPr sz="1350" b="1">
                <a:solidFill>
                  <a:srgbClr val="002342"/>
                </a:solidFill>
                <a:latin typeface="Arial"/>
                <a:ea typeface="Arial"/>
                <a:cs typeface="Arial"/>
              </a:rPr>
              <a:t>Scan to WhatsApp</a:t>
            </a:r>
          </a:p>
        </p:txBody>
      </p:sp>
      <p:sp>
        <p:nvSpPr>
          <p:cNvPr id="92" name="Footer slogan 1">
            <a:extLst xmlns:a="http://schemas.openxmlformats.org/drawingml/2006/main">
              <a:ext uri="{FF2B5EF4-FFF2-40B4-BE49-F238E27FC236}">
                <a16:creationId xmlns:a16="http://schemas.microsoft.com/office/drawing/2014/main" id="{72DCE812-E8E1-40D3-B861-E7EA8BF06179}"/>
              </a:ext>
            </a:extLst>
          </p:cNvPr>
          <p:cNvSpPr>
            <a:spLocks xmlns:a="http://schemas.openxmlformats.org/drawingml/2006/main" noGrp="1"/>
          </p:cNvSpPr>
          <p:nvPr/>
        </p:nvSpPr>
        <p:spPr>
          <a:xfrm xmlns:a="http://schemas.openxmlformats.org/drawingml/2006/main" rot="-300000">
            <a:off x="438150" y="15678150"/>
            <a:ext cx="31432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525" b="1">
                <a:solidFill>
                  <a:srgbClr val="0034C5"/>
                </a:solidFill>
                <a:latin typeface="Caveat"/>
                <a:ea typeface="Caveat"/>
                <a:cs typeface="Caveat"/>
              </a:defRPr>
            </a:pPr>
            <a:r>
              <a:rPr sz="3525" b="1">
                <a:solidFill>
                  <a:srgbClr val="0034C5"/>
                </a:solidFill>
                <a:latin typeface="Caveat"/>
                <a:ea typeface="Caveat"/>
                <a:cs typeface="Caveat"/>
              </a:rPr>
              <a:t>Skills today.</a:t>
            </a:r>
          </a:p>
        </p:txBody>
      </p:sp>
      <p:sp>
        <p:nvSpPr>
          <p:cNvPr id="93" name="Footer slogan 2">
            <a:extLst xmlns:a="http://schemas.openxmlformats.org/drawingml/2006/main">
              <a:ext uri="{FF2B5EF4-FFF2-40B4-BE49-F238E27FC236}">
                <a16:creationId xmlns:a16="http://schemas.microsoft.com/office/drawing/2014/main" id="{72373FE9-1E79-4CC7-B204-B0D3A311782A}"/>
              </a:ext>
            </a:extLst>
          </p:cNvPr>
          <p:cNvSpPr>
            <a:spLocks xmlns:a="http://schemas.openxmlformats.org/drawingml/2006/main" noGrp="1"/>
          </p:cNvSpPr>
          <p:nvPr/>
        </p:nvSpPr>
        <p:spPr>
          <a:xfrm xmlns:a="http://schemas.openxmlformats.org/drawingml/2006/main" rot="-300000">
            <a:off x="466725" y="16106775"/>
            <a:ext cx="390525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400" b="1">
                <a:solidFill>
                  <a:srgbClr val="0034C5"/>
                </a:solidFill>
                <a:latin typeface="Caveat"/>
                <a:ea typeface="Caveat"/>
                <a:cs typeface="Caveat"/>
              </a:defRPr>
            </a:pPr>
            <a:r>
              <a:rPr sz="2400" b="1">
                <a:solidFill>
                  <a:srgbClr val="0034C5"/>
                </a:solidFill>
                <a:latin typeface="Caveat"/>
                <a:ea typeface="Caveat"/>
                <a:cs typeface="Caveat"/>
              </a:rPr>
              <a:t>Greater opportunities tomorrow.</a:t>
            </a:r>
          </a:p>
        </p:txBody>
      </p:sp>
      <p:pic>
        <p:nvPicPr>
          <p:cNvPr id="210" name=""/>
          <p:cNvPicPr>
            <a:picLocks xmlns:a="http://schemas.openxmlformats.org/drawingml/2006/main" noChangeAspect="1"/>
          </p:cNvPicPr>
          <p:nvPr/>
        </p:nvPicPr>
        <p:blipFill>
          <a:blip xmlns:r="http://schemas.openxmlformats.org/officeDocument/2006/relationships" xmlns:a="http://schemas.openxmlformats.org/drawingml/2006/main" r:embed="Rff1554bb248b42b9"/>
          <a:stretch xmlns:a="http://schemas.openxmlformats.org/drawingml/2006/main"/>
        </p:blipFill>
        <p:spPr>
          <a:xfrm xmlns:a="http://schemas.openxmlformats.org/drawingml/2006/main">
            <a:off x="381000" y="17324784"/>
            <a:ext cx="704850" cy="564356"/>
          </a:xfrm>
          <a:prstGeom xmlns:a="http://schemas.openxmlformats.org/drawingml/2006/main" prst="rect">
            <a:avLst/>
          </a:prstGeom>
        </p:spPr>
      </p:pic>
      <p:sp>
        <p:nvSpPr>
          <p:cNvPr id="95" name="Audience">
            <a:extLst xmlns:a="http://schemas.openxmlformats.org/drawingml/2006/main">
              <a:ext uri="{FF2B5EF4-FFF2-40B4-BE49-F238E27FC236}">
                <a16:creationId xmlns:a16="http://schemas.microsoft.com/office/drawing/2014/main" id="{CBDAF1E4-5E95-45C8-AF4D-68F52B4DA2B9}"/>
              </a:ext>
            </a:extLst>
          </p:cNvPr>
          <p:cNvSpPr>
            <a:spLocks xmlns:a="http://schemas.openxmlformats.org/drawingml/2006/main" noGrp="1"/>
          </p:cNvSpPr>
          <p:nvPr/>
        </p:nvSpPr>
        <p:spPr>
          <a:xfrm xmlns:a="http://schemas.openxmlformats.org/drawingml/2006/main" rot="0">
            <a:off x="1219200" y="17430750"/>
            <a:ext cx="2867025"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0034C5"/>
                </a:solidFill>
                <a:latin typeface="Arial"/>
                <a:ea typeface="Arial"/>
                <a:cs typeface="Arial"/>
              </a:defRPr>
            </a:pPr>
            <a:r>
              <a:rPr sz="1725" b="0">
                <a:solidFill>
                  <a:srgbClr val="0034C5"/>
                </a:solidFill>
                <a:latin typeface="Arial"/>
                <a:ea typeface="Arial"/>
                <a:cs typeface="Arial"/>
              </a:rPr>
              <a:t>For S.4, S.5 &amp; S.6 students,</a:t>
            </a:r>
          </a:p>
          <a:p xmlns:a="http://schemas.openxmlformats.org/drawingml/2006/main">
            <a:pPr algn="l">
              <a:defRPr sz="1725" b="0">
                <a:solidFill>
                  <a:srgbClr val="0034C5"/>
                </a:solidFill>
                <a:latin typeface="Arial"/>
                <a:ea typeface="Arial"/>
                <a:cs typeface="Arial"/>
              </a:defRPr>
            </a:pPr>
            <a:r>
              <a:rPr sz="1725" b="0">
                <a:solidFill>
                  <a:srgbClr val="0034C5"/>
                </a:solidFill>
                <a:latin typeface="Arial"/>
                <a:ea typeface="Arial"/>
                <a:cs typeface="Arial"/>
              </a:rPr>
              <a:t>and school leavers.</a:t>
            </a:r>
          </a:p>
        </p:txBody>
      </p:sp>
      <p:sp>
        <p:nvSpPr>
          <p:cNvPr id="96" name="Book Python">
            <a:extLst xmlns:a="http://schemas.openxmlformats.org/drawingml/2006/main">
              <a:ext uri="{FF2B5EF4-FFF2-40B4-BE49-F238E27FC236}">
                <a16:creationId xmlns:a16="http://schemas.microsoft.com/office/drawing/2014/main" id="{D56D2244-DD7A-4188-B554-96A36E030740}"/>
              </a:ext>
            </a:extLst>
          </p:cNvPr>
          <p:cNvSpPr>
            <a:spLocks xmlns:a="http://schemas.openxmlformats.org/drawingml/2006/main" noGrp="1"/>
          </p:cNvSpPr>
          <p:nvPr/>
        </p:nvSpPr>
        <p:spPr>
          <a:xfrm xmlns:a="http://schemas.openxmlformats.org/drawingml/2006/main" rot="120000">
            <a:off x="4276725" y="16135350"/>
            <a:ext cx="22669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FFFFFF"/>
                </a:solidFill>
                <a:latin typeface="Arial"/>
                <a:ea typeface="Arial"/>
                <a:cs typeface="Arial"/>
              </a:defRPr>
            </a:pPr>
            <a:r>
              <a:rPr sz="1875" b="0">
                <a:solidFill>
                  <a:srgbClr val="FFFFFF"/>
                </a:solidFill>
                <a:latin typeface="Arial"/>
                <a:ea typeface="Arial"/>
                <a:cs typeface="Arial"/>
              </a:rPr>
              <a:t>Python</a:t>
            </a:r>
          </a:p>
        </p:txBody>
      </p:sp>
      <p:sp>
        <p:nvSpPr>
          <p:cNvPr id="97" name="Book Data Analysis">
            <a:extLst xmlns:a="http://schemas.openxmlformats.org/drawingml/2006/main">
              <a:ext uri="{FF2B5EF4-FFF2-40B4-BE49-F238E27FC236}">
                <a16:creationId xmlns:a16="http://schemas.microsoft.com/office/drawing/2014/main" id="{D119BFCD-5A66-486C-9C38-15DA1574BE34}"/>
              </a:ext>
            </a:extLst>
          </p:cNvPr>
          <p:cNvSpPr>
            <a:spLocks xmlns:a="http://schemas.openxmlformats.org/drawingml/2006/main" noGrp="1"/>
          </p:cNvSpPr>
          <p:nvPr/>
        </p:nvSpPr>
        <p:spPr>
          <a:xfrm xmlns:a="http://schemas.openxmlformats.org/drawingml/2006/main" rot="120000">
            <a:off x="4191000" y="16554450"/>
            <a:ext cx="23431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FFFFFF"/>
                </a:solidFill>
                <a:latin typeface="Arial"/>
                <a:ea typeface="Arial"/>
                <a:cs typeface="Arial"/>
              </a:defRPr>
            </a:pPr>
            <a:r>
              <a:rPr sz="1800" b="0">
                <a:solidFill>
                  <a:srgbClr val="FFFFFF"/>
                </a:solidFill>
                <a:latin typeface="Arial"/>
                <a:ea typeface="Arial"/>
                <a:cs typeface="Arial"/>
              </a:rPr>
              <a:t>Data Analysis</a:t>
            </a:r>
          </a:p>
        </p:txBody>
      </p:sp>
      <p:sp>
        <p:nvSpPr>
          <p:cNvPr id="98" name="Book Machine Learning">
            <a:extLst xmlns:a="http://schemas.openxmlformats.org/drawingml/2006/main">
              <a:ext uri="{FF2B5EF4-FFF2-40B4-BE49-F238E27FC236}">
                <a16:creationId xmlns:a16="http://schemas.microsoft.com/office/drawing/2014/main" id="{3AE8AFBB-BBEB-412C-9975-3A4B7C5FC541}"/>
              </a:ext>
            </a:extLst>
          </p:cNvPr>
          <p:cNvSpPr>
            <a:spLocks xmlns:a="http://schemas.openxmlformats.org/drawingml/2006/main" noGrp="1"/>
          </p:cNvSpPr>
          <p:nvPr/>
        </p:nvSpPr>
        <p:spPr>
          <a:xfrm xmlns:a="http://schemas.openxmlformats.org/drawingml/2006/main" rot="120000">
            <a:off x="4162425" y="16964025"/>
            <a:ext cx="242887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Machine Learning</a:t>
            </a:r>
          </a:p>
        </p:txBody>
      </p:sp>
      <p:sp>
        <p:nvSpPr>
          <p:cNvPr id="99" name="Book Future">
            <a:extLst xmlns:a="http://schemas.openxmlformats.org/drawingml/2006/main">
              <a:ext uri="{FF2B5EF4-FFF2-40B4-BE49-F238E27FC236}">
                <a16:creationId xmlns:a16="http://schemas.microsoft.com/office/drawing/2014/main" id="{F742922D-A6D4-44B2-B670-63FEDE58B390}"/>
              </a:ext>
            </a:extLst>
          </p:cNvPr>
          <p:cNvSpPr>
            <a:spLocks xmlns:a="http://schemas.openxmlformats.org/drawingml/2006/main" noGrp="1"/>
          </p:cNvSpPr>
          <p:nvPr/>
        </p:nvSpPr>
        <p:spPr>
          <a:xfrm xmlns:a="http://schemas.openxmlformats.org/drawingml/2006/main" rot="120000">
            <a:off x="4171950" y="17430750"/>
            <a:ext cx="2381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FFFFFF"/>
                </a:solidFill>
                <a:latin typeface="Arial"/>
                <a:ea typeface="Arial"/>
                <a:cs typeface="Arial"/>
              </a:defRPr>
            </a:pPr>
            <a:r>
              <a:rPr sz="1725" b="0">
                <a:solidFill>
                  <a:srgbClr val="FFFFFF"/>
                </a:solidFill>
                <a:latin typeface="Arial"/>
                <a:ea typeface="Arial"/>
                <a:cs typeface="Arial"/>
              </a:rPr>
              <a:t>A Brighter Future</a:t>
            </a:r>
          </a:p>
        </p:txBody>
      </p:sp>
      <p:sp>
        <p:nvSpPr>
          <p:cNvPr id="100" name="Mug slogan">
            <a:extLst xmlns:a="http://schemas.openxmlformats.org/drawingml/2006/main">
              <a:ext uri="{FF2B5EF4-FFF2-40B4-BE49-F238E27FC236}">
                <a16:creationId xmlns:a16="http://schemas.microsoft.com/office/drawing/2014/main" id="{821E37F3-BF71-4801-947D-26361EDB19DB}"/>
              </a:ext>
            </a:extLst>
          </p:cNvPr>
          <p:cNvSpPr>
            <a:spLocks xmlns:a="http://schemas.openxmlformats.org/drawingml/2006/main" noGrp="1"/>
          </p:cNvSpPr>
          <p:nvPr/>
        </p:nvSpPr>
        <p:spPr>
          <a:xfrm xmlns:a="http://schemas.openxmlformats.org/drawingml/2006/main" rot="-360000">
            <a:off x="7715250" y="16678275"/>
            <a:ext cx="1047750" cy="1123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2100" b="1">
                <a:solidFill>
                  <a:srgbClr val="002342"/>
                </a:solidFill>
                <a:latin typeface="Caveat"/>
                <a:ea typeface="Caveat"/>
                <a:cs typeface="Caveat"/>
              </a:defRPr>
            </a:pPr>
            <a:r>
              <a:rPr sz="2100" b="1">
                <a:solidFill>
                  <a:srgbClr val="002342"/>
                </a:solidFill>
                <a:latin typeface="Caveat"/>
                <a:ea typeface="Caveat"/>
                <a:cs typeface="Caveat"/>
              </a:rPr>
              <a:t>Good</a:t>
            </a:r>
          </a:p>
          <a:p xmlns:a="http://schemas.openxmlformats.org/drawingml/2006/main">
            <a:pPr algn="ctr">
              <a:defRPr sz="2100" b="1">
                <a:solidFill>
                  <a:srgbClr val="002342"/>
                </a:solidFill>
                <a:latin typeface="Caveat"/>
                <a:ea typeface="Caveat"/>
                <a:cs typeface="Caveat"/>
              </a:defRPr>
            </a:pPr>
            <a:r>
              <a:rPr sz="2100" b="1">
                <a:solidFill>
                  <a:srgbClr val="002342"/>
                </a:solidFill>
                <a:latin typeface="Caveat"/>
                <a:ea typeface="Caveat"/>
                <a:cs typeface="Caveat"/>
              </a:rPr>
              <a:t>Data.</a:t>
            </a:r>
          </a:p>
          <a:p xmlns:a="http://schemas.openxmlformats.org/drawingml/2006/main">
            <a:pPr algn="ctr">
              <a:defRPr sz="2100" b="1">
                <a:solidFill>
                  <a:srgbClr val="002342"/>
                </a:solidFill>
                <a:latin typeface="Caveat"/>
                <a:ea typeface="Caveat"/>
                <a:cs typeface="Caveat"/>
              </a:defRPr>
            </a:pPr>
            <a:r>
              <a:rPr sz="2100" b="1">
                <a:solidFill>
                  <a:srgbClr val="002342"/>
                </a:solidFill>
                <a:latin typeface="Caveat"/>
                <a:ea typeface="Caveat"/>
                <a:cs typeface="Caveat"/>
              </a:rPr>
              <a:t>Better</a:t>
            </a:r>
          </a:p>
          <a:p xmlns:a="http://schemas.openxmlformats.org/drawingml/2006/main">
            <a:pPr algn="ctr">
              <a:defRPr sz="2100" b="1">
                <a:solidFill>
                  <a:srgbClr val="002342"/>
                </a:solidFill>
                <a:latin typeface="Caveat"/>
                <a:ea typeface="Caveat"/>
                <a:cs typeface="Caveat"/>
              </a:defRPr>
            </a:pPr>
            <a:r>
              <a:rPr sz="2100" b="1">
                <a:solidFill>
                  <a:srgbClr val="002342"/>
                </a:solidFill>
                <a:latin typeface="Caveat"/>
                <a:ea typeface="Caveat"/>
                <a:cs typeface="Caveat"/>
              </a:rPr>
              <a:t>Decisions.</a:t>
            </a:r>
          </a:p>
        </p:txBody>
      </p:sp>
      <p:pic>
        <p:nvPicPr>
          <p:cNvPr id="217" name=""/>
          <p:cNvPicPr>
            <a:picLocks xmlns:a="http://schemas.openxmlformats.org/drawingml/2006/main" noChangeAspect="1"/>
          </p:cNvPicPr>
          <p:nvPr/>
        </p:nvPicPr>
        <p:blipFill>
          <a:blip xmlns:r="http://schemas.openxmlformats.org/officeDocument/2006/relationships" xmlns:a="http://schemas.openxmlformats.org/drawingml/2006/main" r:embed="Rb7e49e94f5324ac6"/>
          <a:stretch xmlns:a="http://schemas.openxmlformats.org/drawingml/2006/main"/>
        </p:blipFill>
        <p:spPr>
          <a:xfrm xmlns:a="http://schemas.openxmlformats.org/drawingml/2006/main">
            <a:off x="5810250" y="228600"/>
            <a:ext cx="3714750" cy="4587396"/>
          </a:xfrm>
          <a:prstGeom xmlns:a="http://schemas.openxmlformats.org/drawingml/2006/main" prst="rect">
            <a:avLst/>
          </a:prstGeom>
        </p:spPr>
      </p:pic>
      <p:sp>
        <p:nvSpPr>
          <p:cNvPr id="102" name="Tutor card">
            <a:extLst xmlns:a="http://schemas.openxmlformats.org/drawingml/2006/main">
              <a:ext uri="{FF2B5EF4-FFF2-40B4-BE49-F238E27FC236}">
                <a16:creationId xmlns:a16="http://schemas.microsoft.com/office/drawing/2014/main" id="{226EF437-B737-4663-AA35-602E043A24AD}"/>
              </a:ext>
            </a:extLst>
          </p:cNvPr>
          <p:cNvSpPr>
            <a:spLocks xmlns:a="http://schemas.openxmlformats.org/drawingml/2006/main" noGrp="1"/>
          </p:cNvSpPr>
          <p:nvPr/>
        </p:nvSpPr>
        <p:spPr>
          <a:xfrm xmlns:a="http://schemas.openxmlformats.org/drawingml/2006/main" rot="0">
            <a:off x="5810250" y="4895850"/>
            <a:ext cx="3714750" cy="923925"/>
          </a:xfrm>
          <a:prstGeom xmlns:a="http://schemas.openxmlformats.org/drawingml/2006/main" prst="roundRect">
            <a:avLst>
              <a:gd name="adj" fmla="val 12371"/>
            </a:avLst>
          </a:prstGeom>
          <a:solidFill xmlns:a="http://schemas.openxmlformats.org/drawingml/2006/main">
            <a:srgbClr val="002342"/>
          </a:solidFill>
          <a:ln xmlns:a="http://schemas.openxmlformats.org/drawingml/2006/main" w="0">
            <a:noFill/>
          </a:ln>
        </p:spPr>
      </p:sp>
      <p:sp>
        <p:nvSpPr>
          <p:cNvPr id="103" name="Tutor name">
            <a:extLst xmlns:a="http://schemas.openxmlformats.org/drawingml/2006/main">
              <a:ext uri="{FF2B5EF4-FFF2-40B4-BE49-F238E27FC236}">
                <a16:creationId xmlns:a16="http://schemas.microsoft.com/office/drawing/2014/main" id="{E93E842E-BD0D-4DAD-8710-A5C80DF06684}"/>
              </a:ext>
            </a:extLst>
          </p:cNvPr>
          <p:cNvSpPr>
            <a:spLocks xmlns:a="http://schemas.openxmlformats.org/drawingml/2006/main" noGrp="1"/>
          </p:cNvSpPr>
          <p:nvPr/>
        </p:nvSpPr>
        <p:spPr>
          <a:xfrm xmlns:a="http://schemas.openxmlformats.org/drawingml/2006/main" rot="0">
            <a:off x="5953125" y="4991100"/>
            <a:ext cx="347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FFFFFF"/>
                </a:solidFill>
                <a:latin typeface="Arial"/>
                <a:ea typeface="Arial"/>
                <a:cs typeface="Arial"/>
              </a:defRPr>
            </a:pPr>
            <a:r>
              <a:rPr sz="1800" b="1">
                <a:solidFill>
                  <a:srgbClr val="FFFFFF"/>
                </a:solidFill>
                <a:latin typeface="Arial"/>
                <a:ea typeface="Arial"/>
                <a:cs typeface="Arial"/>
              </a:rPr>
              <a:t>Jotham Martin Wambi</a:t>
            </a:r>
          </a:p>
        </p:txBody>
      </p:sp>
      <p:sp>
        <p:nvSpPr>
          <p:cNvPr id="104" name="Tutor profession">
            <a:extLst xmlns:a="http://schemas.openxmlformats.org/drawingml/2006/main">
              <a:ext uri="{FF2B5EF4-FFF2-40B4-BE49-F238E27FC236}">
                <a16:creationId xmlns:a16="http://schemas.microsoft.com/office/drawing/2014/main" id="{A8260170-29C3-4DFE-BFD1-5BB94963EECC}"/>
              </a:ext>
            </a:extLst>
          </p:cNvPr>
          <p:cNvSpPr>
            <a:spLocks xmlns:a="http://schemas.openxmlformats.org/drawingml/2006/main" noGrp="1"/>
          </p:cNvSpPr>
          <p:nvPr/>
        </p:nvSpPr>
        <p:spPr>
          <a:xfrm xmlns:a="http://schemas.openxmlformats.org/drawingml/2006/main" rot="0">
            <a:off x="5953125" y="5343525"/>
            <a:ext cx="348615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FFFFFF"/>
                </a:solidFill>
                <a:latin typeface="Arial Narrow"/>
                <a:ea typeface="Arial Narrow"/>
                <a:cs typeface="Arial Narrow"/>
              </a:defRPr>
            </a:pPr>
            <a:r>
              <a:rPr sz="1200" b="0">
                <a:solidFill>
                  <a:srgbClr val="FFFFFF"/>
                </a:solidFill>
                <a:latin typeface="Arial Narrow"/>
                <a:ea typeface="Arial Narrow"/>
                <a:cs typeface="Arial Narrow"/>
              </a:rPr>
              <a:t>Main Tutor · Data Scientist &amp; ML/AI Engineer</a:t>
            </a:r>
          </a:p>
        </p:txBody>
      </p:sp>
      <p:sp>
        <p:nvSpPr>
          <p:cNvPr id="105" name="Tutor institution">
            <a:extLst xmlns:a="http://schemas.openxmlformats.org/drawingml/2006/main">
              <a:ext uri="{FF2B5EF4-FFF2-40B4-BE49-F238E27FC236}">
                <a16:creationId xmlns:a16="http://schemas.microsoft.com/office/drawing/2014/main" id="{983BA398-F785-4778-8537-639815E64A9F}"/>
              </a:ext>
            </a:extLst>
          </p:cNvPr>
          <p:cNvSpPr>
            <a:spLocks xmlns:a="http://schemas.openxmlformats.org/drawingml/2006/main" noGrp="1"/>
          </p:cNvSpPr>
          <p:nvPr/>
        </p:nvSpPr>
        <p:spPr>
          <a:xfrm xmlns:a="http://schemas.openxmlformats.org/drawingml/2006/main" rot="0">
            <a:off x="5953125" y="5581650"/>
            <a:ext cx="3476625"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125" b="0">
                <a:solidFill>
                  <a:srgbClr val="FFFFFF"/>
                </a:solidFill>
                <a:latin typeface="Arial"/>
                <a:ea typeface="Arial"/>
                <a:cs typeface="Arial"/>
              </a:defRPr>
            </a:pPr>
            <a:r>
              <a:rPr sz="1125" b="0">
                <a:solidFill>
                  <a:srgbClr val="FFFFFF"/>
                </a:solidFill>
                <a:latin typeface="Arial"/>
                <a:ea typeface="Arial"/>
                <a:cs typeface="Arial"/>
              </a:rPr>
              <a:t>Lecturer, AI &amp; Machine Learning, IUEA</a:t>
            </a:r>
          </a:p>
        </p:txBody>
      </p:sp>
      <p:sp>
        <p:nvSpPr>
          <p:cNvPr id="106" name="Outcomes heading">
            <a:extLst xmlns:a="http://schemas.openxmlformats.org/drawingml/2006/main">
              <a:ext uri="{FF2B5EF4-FFF2-40B4-BE49-F238E27FC236}">
                <a16:creationId xmlns:a16="http://schemas.microsoft.com/office/drawing/2014/main" id="{197D5FA3-686B-4C84-AEC3-8C38558A8E54}"/>
              </a:ext>
            </a:extLst>
          </p:cNvPr>
          <p:cNvSpPr>
            <a:spLocks xmlns:a="http://schemas.openxmlformats.org/drawingml/2006/main" noGrp="1"/>
          </p:cNvSpPr>
          <p:nvPr/>
        </p:nvSpPr>
        <p:spPr>
          <a:xfrm xmlns:a="http://schemas.openxmlformats.org/drawingml/2006/main" rot="0">
            <a:off x="457200" y="11068050"/>
            <a:ext cx="890587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002342"/>
                </a:solidFill>
                <a:latin typeface="Arial"/>
                <a:ea typeface="Arial"/>
                <a:cs typeface="Arial"/>
              </a:defRPr>
            </a:pPr>
            <a:r>
              <a:rPr sz="2025" b="1">
                <a:solidFill>
                  <a:srgbClr val="002342"/>
                </a:solidFill>
                <a:latin typeface="Arial"/>
                <a:ea typeface="Arial"/>
                <a:cs typeface="Arial"/>
              </a:rPr>
              <a:t>By the end of the camp, learners will have:</a:t>
            </a:r>
          </a:p>
        </p:txBody>
      </p:sp>
      <p:pic>
        <p:nvPicPr>
          <p:cNvPr id="223" name=""/>
          <p:cNvPicPr>
            <a:picLocks xmlns:a="http://schemas.openxmlformats.org/drawingml/2006/main" noChangeAspect="1"/>
          </p:cNvPicPr>
          <p:nvPr/>
        </p:nvPicPr>
        <p:blipFill>
          <a:blip xmlns:r="http://schemas.openxmlformats.org/officeDocument/2006/relationships" xmlns:a="http://schemas.openxmlformats.org/drawingml/2006/main" r:embed="R5f84338c8ef04784"/>
          <a:stretch xmlns:a="http://schemas.openxmlformats.org/drawingml/2006/main"/>
        </p:blipFill>
        <p:spPr>
          <a:xfrm xmlns:a="http://schemas.openxmlformats.org/drawingml/2006/main">
            <a:off x="1247775" y="11581150"/>
            <a:ext cx="485775" cy="431125"/>
          </a:xfrm>
          <a:prstGeom xmlns:a="http://schemas.openxmlformats.org/drawingml/2006/main" prst="rect">
            <a:avLst/>
          </a:prstGeom>
        </p:spPr>
      </p:pic>
      <p:sp>
        <p:nvSpPr>
          <p:cNvPr id="108" name="Outcome 1">
            <a:extLst xmlns:a="http://schemas.openxmlformats.org/drawingml/2006/main">
              <a:ext uri="{FF2B5EF4-FFF2-40B4-BE49-F238E27FC236}">
                <a16:creationId xmlns:a16="http://schemas.microsoft.com/office/drawing/2014/main" id="{230157F1-14FA-4134-BC4C-24A626AA3622}"/>
              </a:ext>
            </a:extLst>
          </p:cNvPr>
          <p:cNvSpPr>
            <a:spLocks xmlns:a="http://schemas.openxmlformats.org/drawingml/2006/main" noGrp="1"/>
          </p:cNvSpPr>
          <p:nvPr/>
        </p:nvSpPr>
        <p:spPr>
          <a:xfrm xmlns:a="http://schemas.openxmlformats.org/drawingml/2006/main" rot="0">
            <a:off x="581025"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Built a practical</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portfolio project</a:t>
            </a:r>
          </a:p>
        </p:txBody>
      </p:sp>
      <p:pic>
        <p:nvPicPr>
          <p:cNvPr id="225" name=""/>
          <p:cNvPicPr>
            <a:picLocks xmlns:a="http://schemas.openxmlformats.org/drawingml/2006/main" noChangeAspect="1"/>
          </p:cNvPicPr>
          <p:nvPr/>
        </p:nvPicPr>
        <p:blipFill>
          <a:blip xmlns:r="http://schemas.openxmlformats.org/officeDocument/2006/relationships" xmlns:a="http://schemas.openxmlformats.org/drawingml/2006/main" r:embed="Ra076914c1d774bc2"/>
          <a:stretch xmlns:a="http://schemas.openxmlformats.org/drawingml/2006/main"/>
        </p:blipFill>
        <p:spPr>
          <a:xfrm xmlns:a="http://schemas.openxmlformats.org/drawingml/2006/main">
            <a:off x="3590330" y="11572875"/>
            <a:ext cx="391716" cy="447675"/>
          </a:xfrm>
          <a:prstGeom xmlns:a="http://schemas.openxmlformats.org/drawingml/2006/main" prst="rect">
            <a:avLst/>
          </a:prstGeom>
        </p:spPr>
      </p:pic>
      <p:sp>
        <p:nvSpPr>
          <p:cNvPr id="110" name="Outcome 2">
            <a:extLst xmlns:a="http://schemas.openxmlformats.org/drawingml/2006/main">
              <a:ext uri="{FF2B5EF4-FFF2-40B4-BE49-F238E27FC236}">
                <a16:creationId xmlns:a16="http://schemas.microsoft.com/office/drawing/2014/main" id="{193B0D27-70A9-4B07-AFD2-273A0DE21A19}"/>
              </a:ext>
            </a:extLst>
          </p:cNvPr>
          <p:cNvSpPr>
            <a:spLocks xmlns:a="http://schemas.openxmlformats.org/drawingml/2006/main" noGrp="1"/>
          </p:cNvSpPr>
          <p:nvPr/>
        </p:nvSpPr>
        <p:spPr>
          <a:xfrm xmlns:a="http://schemas.openxmlformats.org/drawingml/2006/main" rot="0">
            <a:off x="2876550"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Analysed</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real datasets</a:t>
            </a:r>
          </a:p>
        </p:txBody>
      </p:sp>
      <p:pic>
        <p:nvPicPr>
          <p:cNvPr id="227" name=""/>
          <p:cNvPicPr>
            <a:picLocks xmlns:a="http://schemas.openxmlformats.org/drawingml/2006/main" noChangeAspect="1"/>
          </p:cNvPicPr>
          <p:nvPr/>
        </p:nvPicPr>
        <p:blipFill>
          <a:blip xmlns:r="http://schemas.openxmlformats.org/officeDocument/2006/relationships" xmlns:a="http://schemas.openxmlformats.org/drawingml/2006/main" r:embed="R2b0fdabea83b400f"/>
          <a:stretch xmlns:a="http://schemas.openxmlformats.org/drawingml/2006/main"/>
        </p:blipFill>
        <p:spPr>
          <a:xfrm xmlns:a="http://schemas.openxmlformats.org/drawingml/2006/main">
            <a:off x="5857875" y="11572875"/>
            <a:ext cx="447675" cy="447675"/>
          </a:xfrm>
          <a:prstGeom xmlns:a="http://schemas.openxmlformats.org/drawingml/2006/main" prst="rect">
            <a:avLst/>
          </a:prstGeom>
        </p:spPr>
      </p:pic>
      <p:sp>
        <p:nvSpPr>
          <p:cNvPr id="112" name="Outcome 3">
            <a:extLst xmlns:a="http://schemas.openxmlformats.org/drawingml/2006/main">
              <a:ext uri="{FF2B5EF4-FFF2-40B4-BE49-F238E27FC236}">
                <a16:creationId xmlns:a16="http://schemas.microsoft.com/office/drawing/2014/main" id="{620DB817-D6BC-4770-BD67-488A3FD1B526}"/>
              </a:ext>
            </a:extLst>
          </p:cNvPr>
          <p:cNvSpPr>
            <a:spLocks xmlns:a="http://schemas.openxmlformats.org/drawingml/2006/main" noGrp="1"/>
          </p:cNvSpPr>
          <p:nvPr/>
        </p:nvSpPr>
        <p:spPr>
          <a:xfrm xmlns:a="http://schemas.openxmlformats.org/drawingml/2006/main" rot="0">
            <a:off x="5172075"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Created data</a:t>
            </a:r>
          </a:p>
          <a:p xmlns:a="http://schemas.openxmlformats.org/drawingml/2006/main">
            <a:pPr algn="ctr">
              <a:defRPr sz="1650" b="1">
                <a:solidFill>
                  <a:srgbClr val="00769B"/>
                </a:solidFill>
                <a:latin typeface="Arial Narrow"/>
                <a:ea typeface="Arial Narrow"/>
                <a:cs typeface="Arial Narrow"/>
              </a:defRPr>
            </a:pPr>
            <a:r>
              <a:rPr sz="1650" b="1">
                <a:solidFill>
                  <a:srgbClr val="00769B"/>
                </a:solidFill>
                <a:latin typeface="Arial Narrow"/>
                <a:ea typeface="Arial Narrow"/>
                <a:cs typeface="Arial Narrow"/>
              </a:rPr>
              <a:t>visualisations</a:t>
            </a:r>
          </a:p>
        </p:txBody>
      </p:sp>
      <p:pic>
        <p:nvPicPr>
          <p:cNvPr id="229" name=""/>
          <p:cNvPicPr>
            <a:picLocks xmlns:a="http://schemas.openxmlformats.org/drawingml/2006/main" noChangeAspect="1"/>
          </p:cNvPicPr>
          <p:nvPr/>
        </p:nvPicPr>
        <p:blipFill>
          <a:blip xmlns:r="http://schemas.openxmlformats.org/officeDocument/2006/relationships" xmlns:a="http://schemas.openxmlformats.org/drawingml/2006/main" r:embed="R6fa4709169d14062"/>
          <a:stretch xmlns:a="http://schemas.openxmlformats.org/drawingml/2006/main"/>
        </p:blipFill>
        <p:spPr>
          <a:xfrm xmlns:a="http://schemas.openxmlformats.org/drawingml/2006/main">
            <a:off x="8153400" y="11572875"/>
            <a:ext cx="447675" cy="447675"/>
          </a:xfrm>
          <a:prstGeom xmlns:a="http://schemas.openxmlformats.org/drawingml/2006/main" prst="rect">
            <a:avLst/>
          </a:prstGeom>
        </p:spPr>
      </p:pic>
      <p:sp>
        <p:nvSpPr>
          <p:cNvPr id="114" name="Outcome 4">
            <a:extLst xmlns:a="http://schemas.openxmlformats.org/drawingml/2006/main">
              <a:ext uri="{FF2B5EF4-FFF2-40B4-BE49-F238E27FC236}">
                <a16:creationId xmlns:a16="http://schemas.microsoft.com/office/drawing/2014/main" id="{D9AECC87-0093-452D-9E9B-D0FF8BF04724}"/>
              </a:ext>
            </a:extLst>
          </p:cNvPr>
          <p:cNvSpPr>
            <a:spLocks xmlns:a="http://schemas.openxmlformats.org/drawingml/2006/main" noGrp="1"/>
          </p:cNvSpPr>
          <p:nvPr/>
        </p:nvSpPr>
        <p:spPr>
          <a:xfrm xmlns:a="http://schemas.openxmlformats.org/drawingml/2006/main" rot="0">
            <a:off x="7467600" y="12153900"/>
            <a:ext cx="18097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650" b="1">
                <a:solidFill>
                  <a:srgbClr val="6500BC"/>
                </a:solidFill>
                <a:latin typeface="Arial Narrow"/>
                <a:ea typeface="Arial Narrow"/>
                <a:cs typeface="Arial Narrow"/>
              </a:defRPr>
            </a:pPr>
            <a:r>
              <a:rPr sz="1650" b="1">
                <a:solidFill>
                  <a:srgbClr val="6500BC"/>
                </a:solidFill>
                <a:latin typeface="Arial Narrow"/>
                <a:ea typeface="Arial Narrow"/>
                <a:cs typeface="Arial Narrow"/>
              </a:rPr>
              <a:t>Built a</a:t>
            </a:r>
          </a:p>
          <a:p xmlns:a="http://schemas.openxmlformats.org/drawingml/2006/main">
            <a:pPr algn="ctr">
              <a:defRPr sz="1650" b="1">
                <a:solidFill>
                  <a:srgbClr val="6500BC"/>
                </a:solidFill>
                <a:latin typeface="Arial Narrow"/>
                <a:ea typeface="Arial Narrow"/>
                <a:cs typeface="Arial Narrow"/>
              </a:defRPr>
            </a:pPr>
            <a:r>
              <a:rPr sz="1650" b="1">
                <a:solidFill>
                  <a:srgbClr val="6500BC"/>
                </a:solidFill>
                <a:latin typeface="Arial Narrow"/>
                <a:ea typeface="Arial Narrow"/>
                <a:cs typeface="Arial Narrow"/>
              </a:rPr>
              <a:t>prediction model</a:t>
            </a:r>
          </a:p>
        </p:txBody>
      </p:sp>
      <p:sp>
        <p:nvSpPr>
          <p:cNvPr id="115" name="ML outcome qualifier">
            <a:extLst xmlns:a="http://schemas.openxmlformats.org/drawingml/2006/main">
              <a:ext uri="{FF2B5EF4-FFF2-40B4-BE49-F238E27FC236}">
                <a16:creationId xmlns:a16="http://schemas.microsoft.com/office/drawing/2014/main" id="{7041C7EA-BD35-47AC-9CB0-9610C12EA0C1}"/>
              </a:ext>
            </a:extLst>
          </p:cNvPr>
          <p:cNvSpPr>
            <a:spLocks xmlns:a="http://schemas.openxmlformats.org/drawingml/2006/main" noGrp="1"/>
          </p:cNvSpPr>
          <p:nvPr/>
        </p:nvSpPr>
        <p:spPr>
          <a:xfrm xmlns:a="http://schemas.openxmlformats.org/drawingml/2006/main" rot="0">
            <a:off x="7410450" y="12706350"/>
            <a:ext cx="19431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defRPr sz="1200" b="0">
                <a:solidFill>
                  <a:srgbClr val="6500BC"/>
                </a:solidFill>
                <a:latin typeface="Arial Narrow"/>
                <a:ea typeface="Arial Narrow"/>
                <a:cs typeface="Arial Narrow"/>
              </a:defRPr>
            </a:pPr>
            <a:r>
              <a:rPr sz="1200" b="0">
                <a:solidFill>
                  <a:srgbClr val="6500BC"/>
                </a:solidFill>
                <a:latin typeface="Arial Narrow"/>
                <a:ea typeface="Arial Narrow"/>
                <a:cs typeface="Arial Narrow"/>
              </a:rPr>
              <a:t>Machine Learning track</a:t>
            </a:r>
          </a:p>
        </p:txBody>
      </p:sp>
      <p:sp>
        <p:nvSpPr>
          <p:cNvPr id="116" name="Outcomes divider">
            <a:extLst xmlns:a="http://schemas.openxmlformats.org/drawingml/2006/main">
              <a:ext uri="{FF2B5EF4-FFF2-40B4-BE49-F238E27FC236}">
                <a16:creationId xmlns:a16="http://schemas.microsoft.com/office/drawing/2014/main" id="{12942B63-2024-4732-A0CE-C9AC4E80D3DB}"/>
              </a:ext>
            </a:extLst>
          </p:cNvPr>
          <p:cNvSpPr>
            <a:spLocks xmlns:a="http://schemas.openxmlformats.org/drawingml/2006/main" noGrp="1"/>
          </p:cNvSpPr>
          <p:nvPr/>
        </p:nvSpPr>
        <p:spPr>
          <a:xfrm xmlns:a="http://schemas.openxmlformats.org/drawingml/2006/main" rot="0">
            <a:off x="466725" y="12992100"/>
            <a:ext cx="8829675" cy="9525"/>
          </a:xfrm>
          <a:prstGeom xmlns:a="http://schemas.openxmlformats.org/drawingml/2006/main" prst="rect">
            <a:avLst/>
          </a:prstGeom>
          <a:solidFill xmlns:a="http://schemas.openxmlformats.org/drawingml/2006/main">
            <a:srgbClr val="CFDEE8"/>
          </a:solidFill>
          <a:ln xmlns:a="http://schemas.openxmlformats.org/drawingml/2006/main" w="0">
            <a:noFill/>
          </a:ln>
        </p:spPr>
      </p:sp>
    </p:spTree>
    <p:extLst>
      <p:ext uri="{BB962C8B-B14F-4D97-AF65-F5344CB8AC3E}">
        <p14:creationId xmlns:p14="http://schemas.microsoft.com/office/powerpoint/2010/main" val="115471052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2026-09-28T09:10:02.4400000Z</dcterms:created>
  <dcterms:modified xsi:type="dcterms:W3CDTF">2026-09-28T09:10:02.4400000Z</dcterms:modified>
</coreProperties>
</file>