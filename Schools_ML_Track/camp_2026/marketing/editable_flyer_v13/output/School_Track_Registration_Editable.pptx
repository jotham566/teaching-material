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ead86584f0c4386" Type="http://schemas.openxmlformats.org/package/2006/relationships/metadata/core-properties" Target="docProps/core.xml"/><Relationship Id="R5e5e79d433d94d3d" Type="http://schemas.openxmlformats.org/officeDocument/2006/relationships/extended-properties" Target="docProps/app.xml"/><Relationship Id="Rf1217225335d4199"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8ca1db9404684880"/>
  </p:sldMasterIdLst>
  <p:notesMasterIdLst>
    <p:notesMasterId xmlns:r="http://schemas.openxmlformats.org/officeDocument/2006/relationships" r:id="R9e74dafa33fe4d68"/>
  </p:notesMasterIdLst>
  <p:sldIdLst>
    <p:sldId xmlns:r="http://schemas.openxmlformats.org/officeDocument/2006/relationships" id="256" r:id="R38c45f171778412b"/>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c06334407404065" Type="http://schemas.openxmlformats.org/officeDocument/2006/relationships/theme" Target="theme/theme1.xml"/><Relationship Id="R38c45f171778412b" Type="http://schemas.openxmlformats.org/officeDocument/2006/relationships/slide" Target="slides/slide1.xml"/><Relationship Id="R5f9e7233783c488e" Type="http://schemas.openxmlformats.org/officeDocument/2006/relationships/presProps" Target="presProps.xml"/><Relationship Id="R8ca1db9404684880" Type="http://schemas.openxmlformats.org/officeDocument/2006/relationships/slideMaster" Target="slideMasters/slideMaster1.xml"/><Relationship Id="R9e74dafa33fe4d68" Type="http://schemas.openxmlformats.org/officeDocument/2006/relationships/notesMaster" Target="notesMasters/notesMaster1.xml"/><Relationship Id="Rdcac000bbc344f8b"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afa1e92fc682465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e6d823dca584fb0" Type="http://schemas.openxmlformats.org/officeDocument/2006/relationships/notesMaster" Target="../notesMasters/notesMaster1.xml"/><Relationship Id="R52a82574d56c49e6" Type="http://schemas.openxmlformats.org/officeDocument/2006/relationships/slide" Target="../slides/slid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a:p xmlns:a="http://schemas.openxmlformats.org/drawingml/2006/main">
            <a:r>
              <a:t>Audience-first edition: eligibility leads in a navy banner; Only 15 places is highlighted in yellow. Canvas remains 1024 × 1664.</a:t>
            </a:r>
          </a:p>
          <a:p xmlns:a="http://schemas.openxmlformats.org/drawingml/2006/main">
            <a:r>
              <a:t/>
            </a:r>
          </a:p>
          <a:p xmlns:a="http://schemas.openxmlformats.org/drawingml/2006/main">
            <a:r>
              <a:t>Typography edition: larger supporting text, regular-width skills, clearer hierarchy and a full-width email line. Same 1024 × 1664 canvas and unchanged portrait asset.</a:t>
            </a:r>
          </a:p>
          <a:p xmlns:a="http://schemas.openxmlformats.org/drawingml/2006/main">
            <a:r>
              <a:t/>
            </a:r>
          </a:p>
          <a:p xmlns:a="http://schemas.openxmlformats.org/drawingml/2006/main">
            <a:r>
              <a:t>Pricing updated by organiser on 30 September 2026: UGX 1,000,000 per learner for groups of 1–5. This supersedes the previous two-tier prices.</a:t>
            </a:r>
          </a:p>
          <a:p xmlns:a="http://schemas.openxmlformats.org/drawingml/2006/main">
            <a:r>
              <a:t/>
            </a:r>
          </a:p>
          <a:p xmlns:a="http://schemas.openxmlformats.org/drawingml/2006/main">
            <a:r>
              <a:t>Audience placement revision: eligibility moved from the top banner to the slogan area below the headline, enlarged to 32 px bold across two lines. The rest of the layout and pricing remain unchanged.</a:t>
            </a:r>
          </a:p>
          <a:p xmlns:a="http://schemas.openxmlformats.org/drawingml/2006/main">
            <a:r>
              <a:t/>
            </a:r>
          </a:p>
          <a:p xmlns:a="http://schemas.openxmlformats.org/drawingml/2006/main">
            <a:r>
              <a:t>Credentials edition: portrait removed from all flyer exports. Credentials panel uses the name, role, teaching affiliation, master’s and incoming PhD wording supplied in the original reference flyer. No new qualifications were inferred.</a:t>
            </a:r>
          </a:p>
          <a:p xmlns:a="http://schemas.openxmlformats.org/drawingml/2006/main">
            <a:r>
              <a:t/>
            </a:r>
          </a:p>
          <a:p xmlns:a="http://schemas.openxmlformats.org/drawingml/2006/main">
            <a:r>
              <a:t>Registration edition: QR opens https://forms.gle/n8XLwbK1QxcUsRnx5. Form created and published in jothammartin.wambi@gmail.com; student self-registration and parent/guardian multiple-learner registration supported. Phone remains for calls and WhatsApp enquiries.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7d21506fe40415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0a132494ee4349fc"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f2a884b3cba4e9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f16a412b64948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3888b89f6401464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e4089ba59f994b8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B802A1-D6AA-41F0-9A75-3225C4D72986}"/>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8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85EB45-DBCC-4B19-AD25-144E919B36EA}"/>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68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6DCA0B-AED7-4BAE-A1C1-47B891B1996B}"/>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3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BC3893-BF52-4C15-B704-BADBCD12B50C}"/>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066679-F462-49FE-9395-626000C933E7}"/>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A414DC-87CE-40A3-8CB1-32D6C90BF551}"/>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347504-5850-4167-974F-63F1E61015F3}"/>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4CB1D34-4AAA-46AE-8052-ACDCE7343258}"/>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3B4497-226F-440B-8BF5-F6B21F1D2FF1}"/>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10A13A-FE69-4A64-9054-52D5205CAC75}"/>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5ae181595ac4373" Type="http://schemas.openxmlformats.org/officeDocument/2006/relationships/theme" Target="theme/theme2.xml"/><Relationship Id="R328a4c1f29654866" Type="http://schemas.openxmlformats.org/officeDocument/2006/relationships/slideLayout" Target="../slideLayouts/slideLayout6.xml"/><Relationship Id="R5b6553cf5f004d59" Type="http://schemas.openxmlformats.org/officeDocument/2006/relationships/slideLayout" Target="../slideLayouts/slideLayout3.xml"/><Relationship Id="R6159cc292966405d" Type="http://schemas.openxmlformats.org/officeDocument/2006/relationships/slideLayout" Target="../slideLayouts/slideLayout4.xml"/><Relationship Id="R79f37a9ae7e04762" Type="http://schemas.openxmlformats.org/officeDocument/2006/relationships/slideLayout" Target="../slideLayouts/slideLayout1.xml"/><Relationship Id="R93f2418cc8ff4b0d" Type="http://schemas.openxmlformats.org/officeDocument/2006/relationships/slideLayout" Target="../slideLayouts/slideLayout5.xml"/><Relationship Id="Rfc06b2b7105540b5"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f37a9ae7e04762"/>
    <p:sldLayoutId xmlns:r="http://schemas.openxmlformats.org/officeDocument/2006/relationships" id="2147483650" r:id="Rfc06b2b7105540b5"/>
    <p:sldLayoutId xmlns:r="http://schemas.openxmlformats.org/officeDocument/2006/relationships" id="2147483651" r:id="R5b6553cf5f004d59"/>
    <p:sldLayoutId xmlns:r="http://schemas.openxmlformats.org/officeDocument/2006/relationships" id="2147483652" r:id="R6159cc292966405d"/>
    <p:sldLayoutId xmlns:r="http://schemas.openxmlformats.org/officeDocument/2006/relationships" id="2147483653" r:id="R93f2418cc8ff4b0d"/>
    <p:sldLayoutId xmlns:r="http://schemas.openxmlformats.org/officeDocument/2006/relationships" id="2147483654" r:id="R328a4c1f296548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75fcf3bf95e4000" Type="http://schemas.openxmlformats.org/officeDocument/2006/relationships/image" Target="../media/image12.png"/><Relationship Id="R07fd4ebb651f4f3a" Type="http://schemas.openxmlformats.org/officeDocument/2006/relationships/image" Target="../media/image16.png"/><Relationship Id="R097d7436f975439d" Type="http://schemas.openxmlformats.org/officeDocument/2006/relationships/image" Target="../media/image22.png"/><Relationship Id="R0a41c2c0e0364fca" Type="http://schemas.openxmlformats.org/officeDocument/2006/relationships/image" Target="../media/image15.png"/><Relationship Id="R0d2bfe0ec8154fc4" Type="http://schemas.openxmlformats.org/officeDocument/2006/relationships/image" Target="../media/image13.png"/><Relationship Id="R10bbfe747d434acb" Type="http://schemas.openxmlformats.org/officeDocument/2006/relationships/image" Target="../media/image20.png"/><Relationship Id="R1c3824d3041d4437" Type="http://schemas.openxmlformats.org/officeDocument/2006/relationships/image" Target="../media/image19.png"/><Relationship Id="R3df8fe20be6b4bf1" Type="http://schemas.openxmlformats.org/officeDocument/2006/relationships/image" Target="../media/image9.png"/><Relationship Id="R3df9a738aa9048a7" Type="http://schemas.openxmlformats.org/officeDocument/2006/relationships/image" Target="../media/image7.png"/><Relationship Id="R4245f96bdb3c47df" Type="http://schemas.openxmlformats.org/officeDocument/2006/relationships/image" Target="../media/image4.png"/><Relationship Id="R5a5234cf57c143d9" Type="http://schemas.openxmlformats.org/officeDocument/2006/relationships/image" Target="../media/image17.png"/><Relationship Id="R6b9959130097430b" Type="http://schemas.openxmlformats.org/officeDocument/2006/relationships/image" Target="../media/image18.png"/><Relationship Id="R7af6ca0e763b42cb" Type="http://schemas.openxmlformats.org/officeDocument/2006/relationships/image" Target="../media/image25.png"/><Relationship Id="R82db26b29d534e9f" Type="http://schemas.openxmlformats.org/officeDocument/2006/relationships/slideLayout" Target="../slideLayouts/slideLayout6.xml"/><Relationship Id="R98f06616b43f4b2b" Type="http://schemas.openxmlformats.org/officeDocument/2006/relationships/image" Target="../media/image3.png"/><Relationship Id="Ra16e9995d7c34b02" Type="http://schemas.openxmlformats.org/officeDocument/2006/relationships/notesSlide" Target="../notesSlides/notesSlide1.xml"/><Relationship Id="Rac3b46be6d834373" Type="http://schemas.openxmlformats.org/officeDocument/2006/relationships/image" Target="../media/image5.png"/><Relationship Id="Rb2737346a2ef4f3a" Type="http://schemas.openxmlformats.org/officeDocument/2006/relationships/image" Target="../media/image28.png"/><Relationship Id="Rbb7f7443a9ab4cba" Type="http://schemas.openxmlformats.org/officeDocument/2006/relationships/image" Target="../media/image11.png"/><Relationship Id="Rc066cc59b7b94e92" Type="http://schemas.openxmlformats.org/officeDocument/2006/relationships/image" Target="../media/image8.png"/><Relationship Id="Rcbef2f69331d45aa" Type="http://schemas.openxmlformats.org/officeDocument/2006/relationships/image" Target="../media/image23.png"/><Relationship Id="Rd03fb434e3ed40be" Type="http://schemas.openxmlformats.org/officeDocument/2006/relationships/image" Target="../media/image24.png"/><Relationship Id="Rd5be9d877d4d44c3" Type="http://schemas.openxmlformats.org/officeDocument/2006/relationships/image" Target="../media/image2.png"/><Relationship Id="Rdc617dc3f30b4f20" Type="http://schemas.openxmlformats.org/officeDocument/2006/relationships/image" Target="../media/image.png"/><Relationship Id="Re0c9ba0b91aa4267" Type="http://schemas.openxmlformats.org/officeDocument/2006/relationships/image" Target="../media/image26.png"/><Relationship Id="Re25d2d452a93454d" Type="http://schemas.openxmlformats.org/officeDocument/2006/relationships/image" Target="../media/image14.png"/><Relationship Id="Re4b7028aa5ab47ed" Type="http://schemas.openxmlformats.org/officeDocument/2006/relationships/image" Target="../media/image10.png"/><Relationship Id="Redc07ba46c664404" Type="http://schemas.openxmlformats.org/officeDocument/2006/relationships/image" Target="../media/image21.png"/><Relationship Id="Rf012c8d47c5c4a38" Type="http://schemas.openxmlformats.org/officeDocument/2006/relationships/image" Target="../media/image27.png"/><Relationship Id="Rf312563dd3af482c" Type="http://schemas.openxmlformats.org/officeDocument/2006/relationships/image" Target="../media/image6.png"/><Relationship Id="Rfb8d393694c74b8d" Type="http://schemas.openxmlformats.org/officeDocument/2006/relationships/image" Target="../media/image29.png"/></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8" name="">
            <a:extLst xmlns:a="http://schemas.openxmlformats.org/drawingml/2006/main">
              <a:ext uri="{FF2B5EF4-FFF2-40B4-BE49-F238E27FC236}">
                <a16:creationId xmlns:a16="http://schemas.microsoft.com/office/drawing/2014/main" id="{133D4A76-5CC7-4BE3-A711-81E3B833716F}"/>
              </a:ext>
            </a:extLst>
          </p:cNvPr>
          <p:cNvPicPr>
            <a:picLocks xmlns:a="http://schemas.openxmlformats.org/drawingml/2006/main" noChangeAspect="1"/>
          </p:cNvPicPr>
          <p:nvPr/>
        </p:nvPicPr>
        <p:blipFill>
          <a:blip xmlns:r="http://schemas.openxmlformats.org/officeDocument/2006/relationships" xmlns:a="http://schemas.openxmlformats.org/drawingml/2006/main" r:embed="Rdc617dc3f30b4f20"/>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13EC5FF-9B6B-4FB7-AE06-1CF8ED1FA5F4}"/>
              </a:ext>
            </a:extLst>
          </p:cNvPr>
          <p:cNvPicPr>
            <a:picLocks xmlns:a="http://schemas.openxmlformats.org/drawingml/2006/main" noChangeAspect="1"/>
          </p:cNvPicPr>
          <p:nvPr/>
        </p:nvPicPr>
        <p:blipFill>
          <a:blip xmlns:r="http://schemas.openxmlformats.org/officeDocument/2006/relationships" xmlns:a="http://schemas.openxmlformats.org/drawingml/2006/main" r:embed="Rd5be9d877d4d44c3"/>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3DD65EC9-C87D-4C92-A5B8-0AF98E57FC9F}"/>
              </a:ext>
            </a:extLst>
          </p:cNvPr>
          <p:cNvSpPr>
            <a:spLocks xmlns:a="http://schemas.openxmlformats.org/drawingml/2006/main" noGrp="1"/>
          </p:cNvSpPr>
          <p:nvPr/>
        </p:nvSpPr>
        <p:spPr>
          <a:xfrm xmlns:a="http://schemas.openxmlformats.org/drawingml/2006/main" rot="0">
            <a:off x="400050" y="4667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0496A"/>
                </a:solidFill>
                <a:latin typeface="Arial"/>
                <a:ea typeface="Arial"/>
                <a:cs typeface="Arial"/>
              </a:defRPr>
            </a:defPPr>
          </a:lstStyle>
          <a:p xmlns:a="http://schemas.openxmlformats.org/drawingml/2006/main">
            <a:pPr algn="l">
              <a:defRPr sz="1875" b="1">
                <a:solidFill>
                  <a:srgbClr val="00496A"/>
                </a:solidFill>
                <a:latin typeface="Arial"/>
                <a:ea typeface="Arial"/>
                <a:cs typeface="Arial"/>
              </a:defRPr>
            </a:pPr>
            <a:r>
              <a:rPr sz="1875" b="1">
                <a:solidFill>
                  <a:srgbClr val="00496A"/>
                </a:solidFill>
                <a:latin typeface="Arial"/>
                <a:ea typeface="Arial"/>
                <a:cs typeface="Arial"/>
              </a:rPr>
              <a:t>DECEMBER 2026 INTAKE</a:t>
            </a:r>
          </a:p>
        </p:txBody>
      </p:sp>
      <p:sp>
        <p:nvSpPr>
          <p:cNvPr id="4" name="Holiday title">
            <a:extLst xmlns:a="http://schemas.openxmlformats.org/drawingml/2006/main">
              <a:ext uri="{FF2B5EF4-FFF2-40B4-BE49-F238E27FC236}">
                <a16:creationId xmlns:a16="http://schemas.microsoft.com/office/drawing/2014/main" id="{6D118755-17DF-4C62-AC2E-69B0BC385B04}"/>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75" b="0">
                <a:solidFill>
                  <a:srgbClr val="002342"/>
                </a:solidFill>
                <a:latin typeface="Arial Black"/>
                <a:ea typeface="Arial Black"/>
                <a:cs typeface="Arial Black"/>
              </a:defRPr>
            </a:defPPr>
          </a:lstStyle>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066C3B72-D3AE-4917-A4E0-219BD26E08CF}"/>
              </a:ext>
            </a:extLst>
          </p:cNvPr>
          <p:cNvSpPr>
            <a:spLocks xmlns:a="http://schemas.openxmlformats.org/drawingml/2006/main" noGrp="1"/>
          </p:cNvSpPr>
          <p:nvPr/>
        </p:nvSpPr>
        <p:spPr>
          <a:xfrm xmlns:a="http://schemas.openxmlformats.org/drawingml/2006/main" rot="0">
            <a:off x="342900" y="1676400"/>
            <a:ext cx="304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7DDD"/>
                </a:solidFill>
                <a:latin typeface="Arial Black"/>
                <a:ea typeface="Arial Black"/>
                <a:cs typeface="Arial Black"/>
              </a:defRPr>
            </a:defPPr>
          </a:lstStyle>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7DF1E4AF-37A9-4CEB-B0E0-92C5ED0C2BAD}"/>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692BCB"/>
                </a:solidFill>
                <a:latin typeface="Arial Black"/>
                <a:ea typeface="Arial Black"/>
                <a:cs typeface="Arial Black"/>
              </a:defRPr>
            </a:defPPr>
          </a:lstStyle>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21B7F20A-7A55-460F-A8E5-C2CF4C132689}"/>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0349D2"/>
                </a:solidFill>
                <a:latin typeface="Arial Black"/>
                <a:ea typeface="Arial Black"/>
                <a:cs typeface="Arial Black"/>
              </a:defRPr>
            </a:defPPr>
          </a:lstStyle>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EBAE2FF7-B81B-4884-B570-898D7AC9F5EA}"/>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2342"/>
                </a:solidFill>
                <a:latin typeface="Arial Black"/>
                <a:ea typeface="Arial Black"/>
                <a:cs typeface="Arial Black"/>
              </a:defRPr>
            </a:defPPr>
          </a:lstStyle>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AB75D4A2-3EE6-4046-8365-3F88D3F73B70}"/>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Practical skills. Real projects.</a:t>
            </a:r>
          </a:p>
        </p:txBody>
      </p:sp>
      <p:sp>
        <p:nvSpPr>
          <p:cNvPr id="10" name="Promise line two">
            <a:extLst xmlns:a="http://schemas.openxmlformats.org/drawingml/2006/main">
              <a:ext uri="{FF2B5EF4-FFF2-40B4-BE49-F238E27FC236}">
                <a16:creationId xmlns:a16="http://schemas.microsoft.com/office/drawing/2014/main" id="{CC88E223-EFE3-4647-B324-1C0FBB7C253A}"/>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Greater opportunities.</a:t>
            </a:r>
          </a:p>
        </p:txBody>
      </p:sp>
      <p:sp>
        <p:nvSpPr>
          <p:cNvPr id="11" name="Central white sheet">
            <a:extLst xmlns:a="http://schemas.openxmlformats.org/drawingml/2006/main">
              <a:ext uri="{FF2B5EF4-FFF2-40B4-BE49-F238E27FC236}">
                <a16:creationId xmlns:a16="http://schemas.microsoft.com/office/drawing/2014/main" id="{181D61AD-D63A-4BC3-AD03-8B08B70ACBD1}"/>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2" name="Data Analysis panel">
            <a:extLst xmlns:a="http://schemas.openxmlformats.org/drawingml/2006/main">
              <a:ext uri="{FF2B5EF4-FFF2-40B4-BE49-F238E27FC236}">
                <a16:creationId xmlns:a16="http://schemas.microsoft.com/office/drawing/2014/main" id="{FDFF470D-D643-401A-BCEF-B675E525B1C4}"/>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3" name="Machine Learning panel">
            <a:extLst xmlns:a="http://schemas.openxmlformats.org/drawingml/2006/main">
              <a:ext uri="{FF2B5EF4-FFF2-40B4-BE49-F238E27FC236}">
                <a16:creationId xmlns:a16="http://schemas.microsoft.com/office/drawing/2014/main" id="{6A4A2C72-DF20-4F5C-865D-80CD0EA4DAB6}"/>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5F174B2-E248-4863-B83F-44572A8E1C8C}"/>
              </a:ext>
            </a:extLst>
          </p:cNvPr>
          <p:cNvPicPr>
            <a:picLocks xmlns:a="http://schemas.openxmlformats.org/drawingml/2006/main" noChangeAspect="1"/>
          </p:cNvPicPr>
          <p:nvPr/>
        </p:nvPicPr>
        <p:blipFill>
          <a:blip xmlns:r="http://schemas.openxmlformats.org/officeDocument/2006/relationships" xmlns:a="http://schemas.openxmlformats.org/drawingml/2006/main" r:embed="R98f06616b43f4b2b"/>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80F8EBE-BACF-4097-A95F-36D1108ED28B}"/>
              </a:ext>
            </a:extLst>
          </p:cNvPr>
          <p:cNvPicPr>
            <a:picLocks xmlns:a="http://schemas.openxmlformats.org/drawingml/2006/main" noChangeAspect="1"/>
          </p:cNvPicPr>
          <p:nvPr/>
        </p:nvPicPr>
        <p:blipFill>
          <a:blip xmlns:r="http://schemas.openxmlformats.org/officeDocument/2006/relationships" xmlns:a="http://schemas.openxmlformats.org/drawingml/2006/main" r:embed="R4245f96bdb3c47df"/>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6" name="Data Analysis title">
            <a:extLst xmlns:a="http://schemas.openxmlformats.org/drawingml/2006/main">
              <a:ext uri="{FF2B5EF4-FFF2-40B4-BE49-F238E27FC236}">
                <a16:creationId xmlns:a16="http://schemas.microsoft.com/office/drawing/2014/main" id="{164EED74-48CC-47FF-898A-1E015703499E}"/>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004461"/>
                </a:solidFill>
                <a:latin typeface="Arial"/>
                <a:ea typeface="Arial"/>
                <a:cs typeface="Arial"/>
              </a:defRPr>
            </a:defPPr>
          </a:lstStyle>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7" name="ML title">
            <a:extLst xmlns:a="http://schemas.openxmlformats.org/drawingml/2006/main">
              <a:ext uri="{FF2B5EF4-FFF2-40B4-BE49-F238E27FC236}">
                <a16:creationId xmlns:a16="http://schemas.microsoft.com/office/drawing/2014/main" id="{7781386C-CE2A-4ECE-B7C0-4DC6ECF37B90}"/>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6500BC"/>
                </a:solidFill>
                <a:latin typeface="Arial"/>
                <a:ea typeface="Arial"/>
                <a:cs typeface="Arial"/>
              </a:defRPr>
            </a:defPPr>
          </a:lstStyle>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18" name="DA description">
            <a:extLst xmlns:a="http://schemas.openxmlformats.org/drawingml/2006/main">
              <a:ext uri="{FF2B5EF4-FFF2-40B4-BE49-F238E27FC236}">
                <a16:creationId xmlns:a16="http://schemas.microsoft.com/office/drawing/2014/main" id="{1A1C3945-2BD7-4394-920A-22AB6EB130BD}"/>
              </a:ext>
            </a:extLst>
          </p:cNvPr>
          <p:cNvSpPr>
            <a:spLocks xmlns:a="http://schemas.openxmlformats.org/drawingml/2006/main" noGrp="1"/>
          </p:cNvSpPr>
          <p:nvPr/>
        </p:nvSpPr>
        <p:spPr>
          <a:xfrm xmlns:a="http://schemas.openxmlformats.org/drawingml/2006/main" rot="0">
            <a:off x="1581150" y="65817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04461"/>
                </a:solidFill>
                <a:latin typeface="Arial"/>
                <a:ea typeface="Arial"/>
                <a:cs typeface="Arial"/>
              </a:defRPr>
            </a:defPPr>
          </a:lstStyle>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Turn data into</a:t>
            </a:r>
          </a:p>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useful insights</a:t>
            </a:r>
          </a:p>
        </p:txBody>
      </p:sp>
      <p:sp>
        <p:nvSpPr>
          <p:cNvPr id="19" name="ML description">
            <a:extLst xmlns:a="http://schemas.openxmlformats.org/drawingml/2006/main">
              <a:ext uri="{FF2B5EF4-FFF2-40B4-BE49-F238E27FC236}">
                <a16:creationId xmlns:a16="http://schemas.microsoft.com/office/drawing/2014/main" id="{494C8CF0-7267-471B-8708-1369EBE5F2CE}"/>
              </a:ext>
            </a:extLst>
          </p:cNvPr>
          <p:cNvSpPr>
            <a:spLocks xmlns:a="http://schemas.openxmlformats.org/drawingml/2006/main" noGrp="1"/>
          </p:cNvSpPr>
          <p:nvPr/>
        </p:nvSpPr>
        <p:spPr>
          <a:xfrm xmlns:a="http://schemas.openxmlformats.org/drawingml/2006/main" rot="0">
            <a:off x="6238875" y="658177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500BC"/>
                </a:solidFill>
                <a:latin typeface="Arial"/>
                <a:ea typeface="Arial"/>
                <a:cs typeface="Arial"/>
              </a:defRPr>
            </a:defPPr>
          </a:lstStyle>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Teach computers to find</a:t>
            </a:r>
          </a:p>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patterns &amp; make predictions</a:t>
            </a:r>
          </a:p>
        </p:txBody>
      </p:sp>
      <p:pic>
        <p:nvPicPr>
          <p:cNvPr id="20" name="">
            <a:extLst xmlns:a="http://schemas.openxmlformats.org/drawingml/2006/main">
              <a:ext uri="{FF2B5EF4-FFF2-40B4-BE49-F238E27FC236}">
                <a16:creationId xmlns:a16="http://schemas.microsoft.com/office/drawing/2014/main" id="{32C2BC44-1C82-47F4-AA7B-591AB2BA0052}"/>
              </a:ext>
            </a:extLst>
          </p:cNvPr>
          <p:cNvPicPr>
            <a:picLocks xmlns:a="http://schemas.openxmlformats.org/drawingml/2006/main" noChangeAspect="1"/>
          </p:cNvPicPr>
          <p:nvPr/>
        </p:nvPicPr>
        <p:blipFill>
          <a:blip xmlns:r="http://schemas.openxmlformats.org/officeDocument/2006/relationships" xmlns:a="http://schemas.openxmlformats.org/drawingml/2006/main" r:embed="Rac3b46be6d834373"/>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1" name="Python label 73">
            <a:extLst xmlns:a="http://schemas.openxmlformats.org/drawingml/2006/main">
              <a:ext uri="{FF2B5EF4-FFF2-40B4-BE49-F238E27FC236}">
                <a16:creationId xmlns:a16="http://schemas.microsoft.com/office/drawing/2014/main" id="{658DEAF1-C384-49B5-A23B-C70B93B9B4A5}"/>
              </a:ext>
            </a:extLst>
          </p:cNvPr>
          <p:cNvSpPr>
            <a:spLocks xmlns:a="http://schemas.openxmlformats.org/drawingml/2006/main" noGrp="1"/>
          </p:cNvSpPr>
          <p:nvPr/>
        </p:nvSpPr>
        <p:spPr>
          <a:xfrm xmlns:a="http://schemas.openxmlformats.org/drawingml/2006/main" rot="0">
            <a:off x="5810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2" name="">
            <a:extLst xmlns:a="http://schemas.openxmlformats.org/drawingml/2006/main">
              <a:ext uri="{FF2B5EF4-FFF2-40B4-BE49-F238E27FC236}">
                <a16:creationId xmlns:a16="http://schemas.microsoft.com/office/drawing/2014/main" id="{F79E2A7F-FEC1-4762-9E8A-CC8D777ED5BD}"/>
              </a:ext>
            </a:extLst>
          </p:cNvPr>
          <p:cNvPicPr>
            <a:picLocks xmlns:a="http://schemas.openxmlformats.org/drawingml/2006/main" noChangeAspect="1"/>
          </p:cNvPicPr>
          <p:nvPr/>
        </p:nvPicPr>
        <p:blipFill>
          <a:blip xmlns:r="http://schemas.openxmlformats.org/officeDocument/2006/relationships" xmlns:a="http://schemas.openxmlformats.org/drawingml/2006/main" r:embed="Rf312563dd3af482c"/>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3" name="pandas label 211">
            <a:extLst xmlns:a="http://schemas.openxmlformats.org/drawingml/2006/main">
              <a:ext uri="{FF2B5EF4-FFF2-40B4-BE49-F238E27FC236}">
                <a16:creationId xmlns:a16="http://schemas.microsoft.com/office/drawing/2014/main" id="{5034D765-F169-49DC-9D74-B52F2B418D47}"/>
              </a:ext>
            </a:extLst>
          </p:cNvPr>
          <p:cNvSpPr>
            <a:spLocks xmlns:a="http://schemas.openxmlformats.org/drawingml/2006/main" noGrp="1"/>
          </p:cNvSpPr>
          <p:nvPr/>
        </p:nvSpPr>
        <p:spPr>
          <a:xfrm xmlns:a="http://schemas.openxmlformats.org/drawingml/2006/main" rot="0">
            <a:off x="18954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24" name="Charts logo 349" descr="Charts logo 349">
            <a:extLst xmlns:a="http://schemas.openxmlformats.org/drawingml/2006/main">
              <a:ext uri="{FF2B5EF4-FFF2-40B4-BE49-F238E27FC236}">
                <a16:creationId xmlns:a16="http://schemas.microsoft.com/office/drawing/2014/main" id="{B696C411-8AC0-40DE-A5A8-88A485B7BD97}"/>
              </a:ext>
            </a:extLst>
          </p:cNvPr>
          <p:cNvPicPr>
            <a:picLocks xmlns:a="http://schemas.openxmlformats.org/drawingml/2006/main" noChangeAspect="1"/>
          </p:cNvPicPr>
          <p:nvPr/>
        </p:nvPicPr>
        <p:blipFill>
          <a:blip xmlns:r="http://schemas.openxmlformats.org/officeDocument/2006/relationships" xmlns:a="http://schemas.openxmlformats.org/drawingml/2006/main" r:embed="Rb2737346a2ef4f3a"/>
          <a:stretch xmlns:a="http://schemas.openxmlformats.org/drawingml/2006/main"/>
        </p:blipFill>
        <p:spPr>
          <a:xfrm xmlns:a="http://schemas.openxmlformats.org/drawingml/2006/main">
            <a:off x="3571875" y="7391400"/>
            <a:ext cx="457200" cy="457200"/>
          </a:xfrm>
          <a:prstGeom xmlns:a="http://schemas.openxmlformats.org/drawingml/2006/main" prst="rect">
            <a:avLst/>
          </a:prstGeom>
        </p:spPr>
      </p:pic>
      <p:sp>
        <p:nvSpPr>
          <p:cNvPr id="25" name="Charts label 349">
            <a:extLst xmlns:a="http://schemas.openxmlformats.org/drawingml/2006/main">
              <a:ext uri="{FF2B5EF4-FFF2-40B4-BE49-F238E27FC236}">
                <a16:creationId xmlns:a16="http://schemas.microsoft.com/office/drawing/2014/main" id="{98223FC5-43ED-4390-9F1A-35935DB492BD}"/>
              </a:ext>
            </a:extLst>
          </p:cNvPr>
          <p:cNvSpPr>
            <a:spLocks xmlns:a="http://schemas.openxmlformats.org/drawingml/2006/main" noGrp="1"/>
          </p:cNvSpPr>
          <p:nvPr/>
        </p:nvSpPr>
        <p:spPr>
          <a:xfrm xmlns:a="http://schemas.openxmlformats.org/drawingml/2006/main" rot="0">
            <a:off x="32099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Charts</a:t>
            </a:r>
          </a:p>
        </p:txBody>
      </p:sp>
      <p:pic>
        <p:nvPicPr>
          <p:cNvPr id="26" name="">
            <a:extLst xmlns:a="http://schemas.openxmlformats.org/drawingml/2006/main">
              <a:ext uri="{FF2B5EF4-FFF2-40B4-BE49-F238E27FC236}">
                <a16:creationId xmlns:a16="http://schemas.microsoft.com/office/drawing/2014/main" id="{266C1BA8-BDA4-4484-8684-5936E27AC2D3}"/>
              </a:ext>
            </a:extLst>
          </p:cNvPr>
          <p:cNvPicPr>
            <a:picLocks xmlns:a="http://schemas.openxmlformats.org/drawingml/2006/main" noChangeAspect="1"/>
          </p:cNvPicPr>
          <p:nvPr/>
        </p:nvPicPr>
        <p:blipFill>
          <a:blip xmlns:r="http://schemas.openxmlformats.org/officeDocument/2006/relationships" xmlns:a="http://schemas.openxmlformats.org/drawingml/2006/main" r:embed="Rc066cc59b7b94e92"/>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7" name="Python label 567">
            <a:extLst xmlns:a="http://schemas.openxmlformats.org/drawingml/2006/main">
              <a:ext uri="{FF2B5EF4-FFF2-40B4-BE49-F238E27FC236}">
                <a16:creationId xmlns:a16="http://schemas.microsoft.com/office/drawing/2014/main" id="{542AC55B-13F1-4500-96E9-945C8C3416C3}"/>
              </a:ext>
            </a:extLst>
          </p:cNvPr>
          <p:cNvSpPr>
            <a:spLocks xmlns:a="http://schemas.openxmlformats.org/drawingml/2006/main" noGrp="1"/>
          </p:cNvSpPr>
          <p:nvPr/>
        </p:nvSpPr>
        <p:spPr>
          <a:xfrm xmlns:a="http://schemas.openxmlformats.org/drawingml/2006/main" rot="0">
            <a:off x="52863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8" name="">
            <a:extLst xmlns:a="http://schemas.openxmlformats.org/drawingml/2006/main">
              <a:ext uri="{FF2B5EF4-FFF2-40B4-BE49-F238E27FC236}">
                <a16:creationId xmlns:a16="http://schemas.microsoft.com/office/drawing/2014/main" id="{4ED5A659-CDDB-4366-8454-98DF025371EC}"/>
              </a:ext>
            </a:extLst>
          </p:cNvPr>
          <p:cNvPicPr>
            <a:picLocks xmlns:a="http://schemas.openxmlformats.org/drawingml/2006/main" noChangeAspect="1"/>
          </p:cNvPicPr>
          <p:nvPr/>
        </p:nvPicPr>
        <p:blipFill>
          <a:blip xmlns:r="http://schemas.openxmlformats.org/officeDocument/2006/relationships" xmlns:a="http://schemas.openxmlformats.org/drawingml/2006/main" r:embed="R3df8fe20be6b4bf1"/>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29" name="pandas label 705">
            <a:extLst xmlns:a="http://schemas.openxmlformats.org/drawingml/2006/main">
              <a:ext uri="{FF2B5EF4-FFF2-40B4-BE49-F238E27FC236}">
                <a16:creationId xmlns:a16="http://schemas.microsoft.com/office/drawing/2014/main" id="{87107C4D-C621-4201-B1CE-9EDD46764575}"/>
              </a:ext>
            </a:extLst>
          </p:cNvPr>
          <p:cNvSpPr>
            <a:spLocks xmlns:a="http://schemas.openxmlformats.org/drawingml/2006/main" noGrp="1"/>
          </p:cNvSpPr>
          <p:nvPr/>
        </p:nvSpPr>
        <p:spPr>
          <a:xfrm xmlns:a="http://schemas.openxmlformats.org/drawingml/2006/main" rot="0">
            <a:off x="66008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30" name="">
            <a:extLst xmlns:a="http://schemas.openxmlformats.org/drawingml/2006/main">
              <a:ext uri="{FF2B5EF4-FFF2-40B4-BE49-F238E27FC236}">
                <a16:creationId xmlns:a16="http://schemas.microsoft.com/office/drawing/2014/main" id="{19B15B3E-D27E-471B-BA0B-6CF4E5574485}"/>
              </a:ext>
            </a:extLst>
          </p:cNvPr>
          <p:cNvPicPr>
            <a:picLocks xmlns:a="http://schemas.openxmlformats.org/drawingml/2006/main" noChangeAspect="1"/>
          </p:cNvPicPr>
          <p:nvPr/>
        </p:nvPicPr>
        <p:blipFill>
          <a:blip xmlns:r="http://schemas.openxmlformats.org/officeDocument/2006/relationships" xmlns:a="http://schemas.openxmlformats.org/drawingml/2006/main" r:embed="Re4b7028aa5ab47ed"/>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1" name="scikit-learn label 843">
            <a:extLst xmlns:a="http://schemas.openxmlformats.org/drawingml/2006/main">
              <a:ext uri="{FF2B5EF4-FFF2-40B4-BE49-F238E27FC236}">
                <a16:creationId xmlns:a16="http://schemas.microsoft.com/office/drawing/2014/main" id="{7F2ECC57-DC66-4B0F-9F5D-7F1F7FB99F89}"/>
              </a:ext>
            </a:extLst>
          </p:cNvPr>
          <p:cNvSpPr>
            <a:spLocks xmlns:a="http://schemas.openxmlformats.org/drawingml/2006/main" noGrp="1"/>
          </p:cNvSpPr>
          <p:nvPr/>
        </p:nvSpPr>
        <p:spPr>
          <a:xfrm xmlns:a="http://schemas.openxmlformats.org/drawingml/2006/main" rot="0">
            <a:off x="79152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scikit-learn</a:t>
            </a:r>
          </a:p>
        </p:txBody>
      </p:sp>
      <p:sp>
        <p:nvSpPr>
          <p:cNvPr id="32" name="DA rule">
            <a:extLst xmlns:a="http://schemas.openxmlformats.org/drawingml/2006/main">
              <a:ext uri="{FF2B5EF4-FFF2-40B4-BE49-F238E27FC236}">
                <a16:creationId xmlns:a16="http://schemas.microsoft.com/office/drawing/2014/main" id="{1A60AA22-990C-45E0-8718-124B536C4AEB}"/>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3" name="ML rule">
            <a:extLst xmlns:a="http://schemas.openxmlformats.org/drawingml/2006/main">
              <a:ext uri="{FF2B5EF4-FFF2-40B4-BE49-F238E27FC236}">
                <a16:creationId xmlns:a16="http://schemas.microsoft.com/office/drawing/2014/main" id="{86884D07-EC38-48C4-A9F3-72944DB80F12}"/>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234EA594-F666-4F02-B693-ACDACB45367F}"/>
              </a:ext>
            </a:extLst>
          </p:cNvPr>
          <p:cNvPicPr>
            <a:picLocks xmlns:a="http://schemas.openxmlformats.org/drawingml/2006/main" noChangeAspect="1"/>
          </p:cNvPicPr>
          <p:nvPr/>
        </p:nvPicPr>
        <p:blipFill>
          <a:blip xmlns:r="http://schemas.openxmlformats.org/officeDocument/2006/relationships" xmlns:a="http://schemas.openxmlformats.org/drawingml/2006/main" r:embed="Rbb7f7443a9ab4cba"/>
          <a:stretch xmlns:a="http://schemas.openxmlformats.org/drawingml/2006/main"/>
        </p:blipFill>
        <p:spPr>
          <a:xfrm xmlns:a="http://schemas.openxmlformats.org/drawingml/2006/main">
            <a:off x="476250" y="8439150"/>
            <a:ext cx="161925" cy="161925"/>
          </a:xfrm>
          <a:prstGeom xmlns:a="http://schemas.openxmlformats.org/drawingml/2006/main" prst="rect">
            <a:avLst/>
          </a:prstGeom>
        </p:spPr>
      </p:pic>
      <p:sp>
        <p:nvSpPr>
          <p:cNvPr id="35" name="DA learning 1">
            <a:extLst xmlns:a="http://schemas.openxmlformats.org/drawingml/2006/main">
              <a:ext uri="{FF2B5EF4-FFF2-40B4-BE49-F238E27FC236}">
                <a16:creationId xmlns:a16="http://schemas.microsoft.com/office/drawing/2014/main" id="{92627659-09FC-46A9-9EB7-D95346A0CB77}"/>
              </a:ext>
            </a:extLst>
          </p:cNvPr>
          <p:cNvSpPr>
            <a:spLocks xmlns:a="http://schemas.openxmlformats.org/drawingml/2006/main" noGrp="1"/>
          </p:cNvSpPr>
          <p:nvPr/>
        </p:nvSpPr>
        <p:spPr>
          <a:xfrm xmlns:a="http://schemas.openxmlformats.org/drawingml/2006/main" rot="0">
            <a:off x="742950" y="837247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 (programming basics)</a:t>
            </a:r>
          </a:p>
        </p:txBody>
      </p:sp>
      <p:pic>
        <p:nvPicPr>
          <p:cNvPr id="36" name="">
            <a:extLst xmlns:a="http://schemas.openxmlformats.org/drawingml/2006/main">
              <a:ext uri="{FF2B5EF4-FFF2-40B4-BE49-F238E27FC236}">
                <a16:creationId xmlns:a16="http://schemas.microsoft.com/office/drawing/2014/main" id="{222BB9A1-FFBC-4B0A-9CE6-D9D5F8BFC68F}"/>
              </a:ext>
            </a:extLst>
          </p:cNvPr>
          <p:cNvPicPr>
            <a:picLocks xmlns:a="http://schemas.openxmlformats.org/drawingml/2006/main" noChangeAspect="1"/>
          </p:cNvPicPr>
          <p:nvPr/>
        </p:nvPicPr>
        <p:blipFill>
          <a:blip xmlns:r="http://schemas.openxmlformats.org/officeDocument/2006/relationships" xmlns:a="http://schemas.openxmlformats.org/drawingml/2006/main" r:embed="R075fcf3bf95e4000"/>
          <a:stretch xmlns:a="http://schemas.openxmlformats.org/drawingml/2006/main"/>
        </p:blipFill>
        <p:spPr>
          <a:xfrm xmlns:a="http://schemas.openxmlformats.org/drawingml/2006/main">
            <a:off x="5181600" y="8439150"/>
            <a:ext cx="161925" cy="161925"/>
          </a:xfrm>
          <a:prstGeom xmlns:a="http://schemas.openxmlformats.org/drawingml/2006/main" prst="rect">
            <a:avLst/>
          </a:prstGeom>
        </p:spPr>
      </p:pic>
      <p:sp>
        <p:nvSpPr>
          <p:cNvPr id="37" name="ML learning 1">
            <a:extLst xmlns:a="http://schemas.openxmlformats.org/drawingml/2006/main">
              <a:ext uri="{FF2B5EF4-FFF2-40B4-BE49-F238E27FC236}">
                <a16:creationId xmlns:a16="http://schemas.microsoft.com/office/drawing/2014/main" id="{E2DC435D-B579-4452-BFC6-D4D50ED866BC}"/>
              </a:ext>
            </a:extLst>
          </p:cNvPr>
          <p:cNvSpPr>
            <a:spLocks xmlns:a="http://schemas.openxmlformats.org/drawingml/2006/main" noGrp="1"/>
          </p:cNvSpPr>
          <p:nvPr/>
        </p:nvSpPr>
        <p:spPr>
          <a:xfrm xmlns:a="http://schemas.openxmlformats.org/drawingml/2006/main" rot="0">
            <a:off x="5448300" y="83724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a:t>
            </a:r>
          </a:p>
        </p:txBody>
      </p:sp>
      <p:pic>
        <p:nvPicPr>
          <p:cNvPr id="38" name="">
            <a:extLst xmlns:a="http://schemas.openxmlformats.org/drawingml/2006/main">
              <a:ext uri="{FF2B5EF4-FFF2-40B4-BE49-F238E27FC236}">
                <a16:creationId xmlns:a16="http://schemas.microsoft.com/office/drawing/2014/main" id="{ABDC6960-3731-436D-B681-75236B7F725E}"/>
              </a:ext>
            </a:extLst>
          </p:cNvPr>
          <p:cNvPicPr>
            <a:picLocks xmlns:a="http://schemas.openxmlformats.org/drawingml/2006/main" noChangeAspect="1"/>
          </p:cNvPicPr>
          <p:nvPr/>
        </p:nvPicPr>
        <p:blipFill>
          <a:blip xmlns:r="http://schemas.openxmlformats.org/officeDocument/2006/relationships" xmlns:a="http://schemas.openxmlformats.org/drawingml/2006/main" r:embed="R0d2bfe0ec8154fc4"/>
          <a:stretch xmlns:a="http://schemas.openxmlformats.org/drawingml/2006/main"/>
        </p:blipFill>
        <p:spPr>
          <a:xfrm xmlns:a="http://schemas.openxmlformats.org/drawingml/2006/main">
            <a:off x="476250" y="8715375"/>
            <a:ext cx="161925" cy="161925"/>
          </a:xfrm>
          <a:prstGeom xmlns:a="http://schemas.openxmlformats.org/drawingml/2006/main" prst="rect">
            <a:avLst/>
          </a:prstGeom>
        </p:spPr>
      </p:pic>
      <p:sp>
        <p:nvSpPr>
          <p:cNvPr id="39" name="DA learning 2">
            <a:extLst xmlns:a="http://schemas.openxmlformats.org/drawingml/2006/main">
              <a:ext uri="{FF2B5EF4-FFF2-40B4-BE49-F238E27FC236}">
                <a16:creationId xmlns:a16="http://schemas.microsoft.com/office/drawing/2014/main" id="{AA262864-6C24-4787-B5E1-DE9DD40F2FFA}"/>
              </a:ext>
            </a:extLst>
          </p:cNvPr>
          <p:cNvSpPr>
            <a:spLocks xmlns:a="http://schemas.openxmlformats.org/drawingml/2006/main" noGrp="1"/>
          </p:cNvSpPr>
          <p:nvPr/>
        </p:nvSpPr>
        <p:spPr>
          <a:xfrm xmlns:a="http://schemas.openxmlformats.org/drawingml/2006/main" rot="0">
            <a:off x="742950" y="8648700"/>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pandas &amp; NumPy (tables &amp; numbers)</a:t>
            </a:r>
          </a:p>
        </p:txBody>
      </p:sp>
      <p:pic>
        <p:nvPicPr>
          <p:cNvPr id="40" name="">
            <a:extLst xmlns:a="http://schemas.openxmlformats.org/drawingml/2006/main">
              <a:ext uri="{FF2B5EF4-FFF2-40B4-BE49-F238E27FC236}">
                <a16:creationId xmlns:a16="http://schemas.microsoft.com/office/drawing/2014/main" id="{6162B4B9-111F-4890-9A9C-C3867D279DB4}"/>
              </a:ext>
            </a:extLst>
          </p:cNvPr>
          <p:cNvPicPr>
            <a:picLocks xmlns:a="http://schemas.openxmlformats.org/drawingml/2006/main" noChangeAspect="1"/>
          </p:cNvPicPr>
          <p:nvPr/>
        </p:nvPicPr>
        <p:blipFill>
          <a:blip xmlns:r="http://schemas.openxmlformats.org/officeDocument/2006/relationships" xmlns:a="http://schemas.openxmlformats.org/drawingml/2006/main" r:embed="Re25d2d452a93454d"/>
          <a:stretch xmlns:a="http://schemas.openxmlformats.org/drawingml/2006/main"/>
        </p:blipFill>
        <p:spPr>
          <a:xfrm xmlns:a="http://schemas.openxmlformats.org/drawingml/2006/main">
            <a:off x="5181600" y="8772525"/>
            <a:ext cx="161925" cy="161925"/>
          </a:xfrm>
          <a:prstGeom xmlns:a="http://schemas.openxmlformats.org/drawingml/2006/main" prst="rect">
            <a:avLst/>
          </a:prstGeom>
        </p:spPr>
      </p:pic>
      <p:sp>
        <p:nvSpPr>
          <p:cNvPr id="41" name="ML learning 2">
            <a:extLst xmlns:a="http://schemas.openxmlformats.org/drawingml/2006/main">
              <a:ext uri="{FF2B5EF4-FFF2-40B4-BE49-F238E27FC236}">
                <a16:creationId xmlns:a16="http://schemas.microsoft.com/office/drawing/2014/main" id="{AFD3E886-7404-42C6-81E3-73B63FECED28}"/>
              </a:ext>
            </a:extLst>
          </p:cNvPr>
          <p:cNvSpPr>
            <a:spLocks xmlns:a="http://schemas.openxmlformats.org/drawingml/2006/main" noGrp="1"/>
          </p:cNvSpPr>
          <p:nvPr/>
        </p:nvSpPr>
        <p:spPr>
          <a:xfrm xmlns:a="http://schemas.openxmlformats.org/drawingml/2006/main" rot="0">
            <a:off x="5448300" y="87058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Machine learning concepts</a:t>
            </a:r>
          </a:p>
        </p:txBody>
      </p:sp>
      <p:pic>
        <p:nvPicPr>
          <p:cNvPr id="42" name="">
            <a:extLst xmlns:a="http://schemas.openxmlformats.org/drawingml/2006/main">
              <a:ext uri="{FF2B5EF4-FFF2-40B4-BE49-F238E27FC236}">
                <a16:creationId xmlns:a16="http://schemas.microsoft.com/office/drawing/2014/main" id="{5077B50B-97C5-47B9-9239-7EAB8FED49B3}"/>
              </a:ext>
            </a:extLst>
          </p:cNvPr>
          <p:cNvPicPr>
            <a:picLocks xmlns:a="http://schemas.openxmlformats.org/drawingml/2006/main" noChangeAspect="1"/>
          </p:cNvPicPr>
          <p:nvPr/>
        </p:nvPicPr>
        <p:blipFill>
          <a:blip xmlns:r="http://schemas.openxmlformats.org/officeDocument/2006/relationships" xmlns:a="http://schemas.openxmlformats.org/drawingml/2006/main" r:embed="R0a41c2c0e0364fca"/>
          <a:stretch xmlns:a="http://schemas.openxmlformats.org/drawingml/2006/main"/>
        </p:blipFill>
        <p:spPr>
          <a:xfrm xmlns:a="http://schemas.openxmlformats.org/drawingml/2006/main">
            <a:off x="476250" y="8991600"/>
            <a:ext cx="161925" cy="161925"/>
          </a:xfrm>
          <a:prstGeom xmlns:a="http://schemas.openxmlformats.org/drawingml/2006/main" prst="rect">
            <a:avLst/>
          </a:prstGeom>
        </p:spPr>
      </p:pic>
      <p:sp>
        <p:nvSpPr>
          <p:cNvPr id="43" name="DA learning 3">
            <a:extLst xmlns:a="http://schemas.openxmlformats.org/drawingml/2006/main">
              <a:ext uri="{FF2B5EF4-FFF2-40B4-BE49-F238E27FC236}">
                <a16:creationId xmlns:a16="http://schemas.microsoft.com/office/drawing/2014/main" id="{5BE6E6B1-ABCF-4A2F-8E77-911B90D3407D}"/>
              </a:ext>
            </a:extLst>
          </p:cNvPr>
          <p:cNvSpPr>
            <a:spLocks xmlns:a="http://schemas.openxmlformats.org/drawingml/2006/main" noGrp="1"/>
          </p:cNvSpPr>
          <p:nvPr/>
        </p:nvSpPr>
        <p:spPr>
          <a:xfrm xmlns:a="http://schemas.openxmlformats.org/drawingml/2006/main" rot="0">
            <a:off x="742950" y="89249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cleaning &amp; preparation</a:t>
            </a:r>
          </a:p>
        </p:txBody>
      </p:sp>
      <p:pic>
        <p:nvPicPr>
          <p:cNvPr id="44" name="">
            <a:extLst xmlns:a="http://schemas.openxmlformats.org/drawingml/2006/main">
              <a:ext uri="{FF2B5EF4-FFF2-40B4-BE49-F238E27FC236}">
                <a16:creationId xmlns:a16="http://schemas.microsoft.com/office/drawing/2014/main" id="{A74935FC-AAEA-4EB3-B9FB-5EE3CA1F2784}"/>
              </a:ext>
            </a:extLst>
          </p:cNvPr>
          <p:cNvPicPr>
            <a:picLocks xmlns:a="http://schemas.openxmlformats.org/drawingml/2006/main" noChangeAspect="1"/>
          </p:cNvPicPr>
          <p:nvPr/>
        </p:nvPicPr>
        <p:blipFill>
          <a:blip xmlns:r="http://schemas.openxmlformats.org/officeDocument/2006/relationships" xmlns:a="http://schemas.openxmlformats.org/drawingml/2006/main" r:embed="R07fd4ebb651f4f3a"/>
          <a:stretch xmlns:a="http://schemas.openxmlformats.org/drawingml/2006/main"/>
        </p:blipFill>
        <p:spPr>
          <a:xfrm xmlns:a="http://schemas.openxmlformats.org/drawingml/2006/main">
            <a:off x="5181600" y="9105900"/>
            <a:ext cx="161925" cy="161925"/>
          </a:xfrm>
          <a:prstGeom xmlns:a="http://schemas.openxmlformats.org/drawingml/2006/main" prst="rect">
            <a:avLst/>
          </a:prstGeom>
        </p:spPr>
      </p:pic>
      <p:sp>
        <p:nvSpPr>
          <p:cNvPr id="45" name="ML learning 3">
            <a:extLst xmlns:a="http://schemas.openxmlformats.org/drawingml/2006/main">
              <a:ext uri="{FF2B5EF4-FFF2-40B4-BE49-F238E27FC236}">
                <a16:creationId xmlns:a16="http://schemas.microsoft.com/office/drawing/2014/main" id="{1B178E5D-AFDA-4F5B-8C28-5ABB7AD3B352}"/>
              </a:ext>
            </a:extLst>
          </p:cNvPr>
          <p:cNvSpPr>
            <a:spLocks xmlns:a="http://schemas.openxmlformats.org/drawingml/2006/main" noGrp="1"/>
          </p:cNvSpPr>
          <p:nvPr/>
        </p:nvSpPr>
        <p:spPr>
          <a:xfrm xmlns:a="http://schemas.openxmlformats.org/drawingml/2006/main" rot="0">
            <a:off x="5448300" y="9039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Model training</a:t>
            </a:r>
          </a:p>
        </p:txBody>
      </p:sp>
      <p:pic>
        <p:nvPicPr>
          <p:cNvPr id="46" name="">
            <a:extLst xmlns:a="http://schemas.openxmlformats.org/drawingml/2006/main">
              <a:ext uri="{FF2B5EF4-FFF2-40B4-BE49-F238E27FC236}">
                <a16:creationId xmlns:a16="http://schemas.microsoft.com/office/drawing/2014/main" id="{64C98BF6-FC85-49D1-9207-7E9B14748904}"/>
              </a:ext>
            </a:extLst>
          </p:cNvPr>
          <p:cNvPicPr>
            <a:picLocks xmlns:a="http://schemas.openxmlformats.org/drawingml/2006/main" noChangeAspect="1"/>
          </p:cNvPicPr>
          <p:nvPr/>
        </p:nvPicPr>
        <p:blipFill>
          <a:blip xmlns:r="http://schemas.openxmlformats.org/officeDocument/2006/relationships" xmlns:a="http://schemas.openxmlformats.org/drawingml/2006/main" r:embed="R5a5234cf57c143d9"/>
          <a:stretch xmlns:a="http://schemas.openxmlformats.org/drawingml/2006/main"/>
        </p:blipFill>
        <p:spPr>
          <a:xfrm xmlns:a="http://schemas.openxmlformats.org/drawingml/2006/main">
            <a:off x="476250" y="9267825"/>
            <a:ext cx="161925" cy="161925"/>
          </a:xfrm>
          <a:prstGeom xmlns:a="http://schemas.openxmlformats.org/drawingml/2006/main" prst="rect">
            <a:avLst/>
          </a:prstGeom>
        </p:spPr>
      </p:pic>
      <p:sp>
        <p:nvSpPr>
          <p:cNvPr id="47" name="DA learning 4">
            <a:extLst xmlns:a="http://schemas.openxmlformats.org/drawingml/2006/main">
              <a:ext uri="{FF2B5EF4-FFF2-40B4-BE49-F238E27FC236}">
                <a16:creationId xmlns:a16="http://schemas.microsoft.com/office/drawing/2014/main" id="{E0233997-A1D9-4DFF-9059-BB793607573F}"/>
              </a:ext>
            </a:extLst>
          </p:cNvPr>
          <p:cNvSpPr>
            <a:spLocks xmlns:a="http://schemas.openxmlformats.org/drawingml/2006/main" noGrp="1"/>
          </p:cNvSpPr>
          <p:nvPr/>
        </p:nvSpPr>
        <p:spPr>
          <a:xfrm xmlns:a="http://schemas.openxmlformats.org/drawingml/2006/main" rot="0">
            <a:off x="742950" y="9201150"/>
            <a:ext cx="39147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Exploration charts</a:t>
            </a:r>
          </a:p>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(matplotlib &amp; seaborn)</a:t>
            </a:r>
          </a:p>
        </p:txBody>
      </p:sp>
      <p:pic>
        <p:nvPicPr>
          <p:cNvPr id="48" name="">
            <a:extLst xmlns:a="http://schemas.openxmlformats.org/drawingml/2006/main">
              <a:ext uri="{FF2B5EF4-FFF2-40B4-BE49-F238E27FC236}">
                <a16:creationId xmlns:a16="http://schemas.microsoft.com/office/drawing/2014/main" id="{32BA2454-1D62-467A-82FF-4F048A5FA2EE}"/>
              </a:ext>
            </a:extLst>
          </p:cNvPr>
          <p:cNvPicPr>
            <a:picLocks xmlns:a="http://schemas.openxmlformats.org/drawingml/2006/main" noChangeAspect="1"/>
          </p:cNvPicPr>
          <p:nvPr/>
        </p:nvPicPr>
        <p:blipFill>
          <a:blip xmlns:r="http://schemas.openxmlformats.org/officeDocument/2006/relationships" xmlns:a="http://schemas.openxmlformats.org/drawingml/2006/main" r:embed="R6b9959130097430b"/>
          <a:stretch xmlns:a="http://schemas.openxmlformats.org/drawingml/2006/main"/>
        </p:blipFill>
        <p:spPr>
          <a:xfrm xmlns:a="http://schemas.openxmlformats.org/drawingml/2006/main">
            <a:off x="5181600" y="9439275"/>
            <a:ext cx="161925" cy="161925"/>
          </a:xfrm>
          <a:prstGeom xmlns:a="http://schemas.openxmlformats.org/drawingml/2006/main" prst="rect">
            <a:avLst/>
          </a:prstGeom>
        </p:spPr>
      </p:pic>
      <p:sp>
        <p:nvSpPr>
          <p:cNvPr id="49" name="ML learning 4">
            <a:extLst xmlns:a="http://schemas.openxmlformats.org/drawingml/2006/main">
              <a:ext uri="{FF2B5EF4-FFF2-40B4-BE49-F238E27FC236}">
                <a16:creationId xmlns:a16="http://schemas.microsoft.com/office/drawing/2014/main" id="{E56C2B1E-AB3B-4002-9F99-A48674A137EC}"/>
              </a:ext>
            </a:extLst>
          </p:cNvPr>
          <p:cNvSpPr>
            <a:spLocks xmlns:a="http://schemas.openxmlformats.org/drawingml/2006/main" noGrp="1"/>
          </p:cNvSpPr>
          <p:nvPr/>
        </p:nvSpPr>
        <p:spPr>
          <a:xfrm xmlns:a="http://schemas.openxmlformats.org/drawingml/2006/main" rot="0">
            <a:off x="5448300" y="93726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Prediction &amp; evaluation</a:t>
            </a:r>
          </a:p>
        </p:txBody>
      </p:sp>
      <p:pic>
        <p:nvPicPr>
          <p:cNvPr id="50" name="">
            <a:extLst xmlns:a="http://schemas.openxmlformats.org/drawingml/2006/main">
              <a:ext uri="{FF2B5EF4-FFF2-40B4-BE49-F238E27FC236}">
                <a16:creationId xmlns:a16="http://schemas.microsoft.com/office/drawing/2014/main" id="{FEAB67DA-BF84-4573-B4C7-4C84693E12B6}"/>
              </a:ext>
            </a:extLst>
          </p:cNvPr>
          <p:cNvPicPr>
            <a:picLocks xmlns:a="http://schemas.openxmlformats.org/drawingml/2006/main" noChangeAspect="1"/>
          </p:cNvPicPr>
          <p:nvPr/>
        </p:nvPicPr>
        <p:blipFill>
          <a:blip xmlns:r="http://schemas.openxmlformats.org/officeDocument/2006/relationships" xmlns:a="http://schemas.openxmlformats.org/drawingml/2006/main" r:embed="R1c3824d3041d4437"/>
          <a:stretch xmlns:a="http://schemas.openxmlformats.org/drawingml/2006/main"/>
        </p:blipFill>
        <p:spPr>
          <a:xfrm xmlns:a="http://schemas.openxmlformats.org/drawingml/2006/main">
            <a:off x="476250" y="9791700"/>
            <a:ext cx="161925" cy="161925"/>
          </a:xfrm>
          <a:prstGeom xmlns:a="http://schemas.openxmlformats.org/drawingml/2006/main" prst="rect">
            <a:avLst/>
          </a:prstGeom>
        </p:spPr>
      </p:pic>
      <p:sp>
        <p:nvSpPr>
          <p:cNvPr id="51" name="DA learning 5">
            <a:extLst xmlns:a="http://schemas.openxmlformats.org/drawingml/2006/main">
              <a:ext uri="{FF2B5EF4-FFF2-40B4-BE49-F238E27FC236}">
                <a16:creationId xmlns:a16="http://schemas.microsoft.com/office/drawing/2014/main" id="{5EAD5DF1-4AD8-4EA4-9935-D3579F0CCC66}"/>
              </a:ext>
            </a:extLst>
          </p:cNvPr>
          <p:cNvSpPr>
            <a:spLocks xmlns:a="http://schemas.openxmlformats.org/drawingml/2006/main" noGrp="1"/>
          </p:cNvSpPr>
          <p:nvPr/>
        </p:nvSpPr>
        <p:spPr>
          <a:xfrm xmlns:a="http://schemas.openxmlformats.org/drawingml/2006/main" rot="0">
            <a:off x="742950" y="97250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Basic statistics</a:t>
            </a:r>
          </a:p>
        </p:txBody>
      </p:sp>
      <p:pic>
        <p:nvPicPr>
          <p:cNvPr id="52" name="">
            <a:extLst xmlns:a="http://schemas.openxmlformats.org/drawingml/2006/main">
              <a:ext uri="{FF2B5EF4-FFF2-40B4-BE49-F238E27FC236}">
                <a16:creationId xmlns:a16="http://schemas.microsoft.com/office/drawing/2014/main" id="{EA1862BE-168D-4490-B46E-02AC44FD2F42}"/>
              </a:ext>
            </a:extLst>
          </p:cNvPr>
          <p:cNvPicPr>
            <a:picLocks xmlns:a="http://schemas.openxmlformats.org/drawingml/2006/main" noChangeAspect="1"/>
          </p:cNvPicPr>
          <p:nvPr/>
        </p:nvPicPr>
        <p:blipFill>
          <a:blip xmlns:r="http://schemas.openxmlformats.org/officeDocument/2006/relationships" xmlns:a="http://schemas.openxmlformats.org/drawingml/2006/main" r:embed="R10bbfe747d434acb"/>
          <a:stretch xmlns:a="http://schemas.openxmlformats.org/drawingml/2006/main"/>
        </p:blipFill>
        <p:spPr>
          <a:xfrm xmlns:a="http://schemas.openxmlformats.org/drawingml/2006/main">
            <a:off x="5181600" y="9772650"/>
            <a:ext cx="161925" cy="161925"/>
          </a:xfrm>
          <a:prstGeom xmlns:a="http://schemas.openxmlformats.org/drawingml/2006/main" prst="rect">
            <a:avLst/>
          </a:prstGeom>
        </p:spPr>
      </p:pic>
      <p:sp>
        <p:nvSpPr>
          <p:cNvPr id="53" name="ML learning 5">
            <a:extLst xmlns:a="http://schemas.openxmlformats.org/drawingml/2006/main">
              <a:ext uri="{FF2B5EF4-FFF2-40B4-BE49-F238E27FC236}">
                <a16:creationId xmlns:a16="http://schemas.microsoft.com/office/drawing/2014/main" id="{C0254A31-434E-4851-B132-2C5F15B38888}"/>
              </a:ext>
            </a:extLst>
          </p:cNvPr>
          <p:cNvSpPr>
            <a:spLocks xmlns:a="http://schemas.openxmlformats.org/drawingml/2006/main" noGrp="1"/>
          </p:cNvSpPr>
          <p:nvPr/>
        </p:nvSpPr>
        <p:spPr>
          <a:xfrm xmlns:a="http://schemas.openxmlformats.org/drawingml/2006/main" rot="0">
            <a:off x="5448300" y="97059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Testing on unseen data</a:t>
            </a:r>
          </a:p>
        </p:txBody>
      </p:sp>
      <p:sp>
        <p:nvSpPr>
          <p:cNvPr id="54" name="DA outcome strip">
            <a:extLst xmlns:a="http://schemas.openxmlformats.org/drawingml/2006/main">
              <a:ext uri="{FF2B5EF4-FFF2-40B4-BE49-F238E27FC236}">
                <a16:creationId xmlns:a16="http://schemas.microsoft.com/office/drawing/2014/main" id="{CCBE163D-00CE-444B-AF4F-5D51BD02C735}"/>
              </a:ext>
            </a:extLst>
          </p:cNvPr>
          <p:cNvSpPr>
            <a:spLocks xmlns:a="http://schemas.openxmlformats.org/drawingml/2006/main" noGrp="1"/>
          </p:cNvSpPr>
          <p:nvPr/>
        </p:nvSpPr>
        <p:spPr>
          <a:xfrm xmlns:a="http://schemas.openxmlformats.org/drawingml/2006/main" rot="0">
            <a:off x="381000" y="10096500"/>
            <a:ext cx="4286250" cy="742950"/>
          </a:xfrm>
          <a:prstGeom xmlns:a="http://schemas.openxmlformats.org/drawingml/2006/main" prst="roundRect">
            <a:avLst>
              <a:gd name="adj" fmla="val 12821"/>
            </a:avLst>
          </a:prstGeom>
          <a:solidFill xmlns:a="http://schemas.openxmlformats.org/drawingml/2006/main">
            <a:srgbClr val="C7EAF8"/>
          </a:solidFill>
          <a:ln xmlns:a="http://schemas.openxmlformats.org/drawingml/2006/main" w="0">
            <a:noFill/>
          </a:ln>
        </p:spPr>
      </p:sp>
      <p:sp>
        <p:nvSpPr>
          <p:cNvPr id="55" name="ML outcome strip">
            <a:extLst xmlns:a="http://schemas.openxmlformats.org/drawingml/2006/main">
              <a:ext uri="{FF2B5EF4-FFF2-40B4-BE49-F238E27FC236}">
                <a16:creationId xmlns:a16="http://schemas.microsoft.com/office/drawing/2014/main" id="{C6BACE1B-E199-453B-8DC8-24BE46CE258F}"/>
              </a:ext>
            </a:extLst>
          </p:cNvPr>
          <p:cNvSpPr>
            <a:spLocks xmlns:a="http://schemas.openxmlformats.org/drawingml/2006/main" noGrp="1"/>
          </p:cNvSpPr>
          <p:nvPr/>
        </p:nvSpPr>
        <p:spPr>
          <a:xfrm xmlns:a="http://schemas.openxmlformats.org/drawingml/2006/main" rot="0">
            <a:off x="5086350" y="10096500"/>
            <a:ext cx="4286250" cy="742950"/>
          </a:xfrm>
          <a:prstGeom xmlns:a="http://schemas.openxmlformats.org/drawingml/2006/main" prst="roundRect">
            <a:avLst>
              <a:gd name="adj" fmla="val 12821"/>
            </a:avLst>
          </a:prstGeom>
          <a:solidFill xmlns:a="http://schemas.openxmlformats.org/drawingml/2006/main">
            <a:srgbClr val="E0CBF7"/>
          </a:solidFill>
          <a:ln xmlns:a="http://schemas.openxmlformats.org/drawingml/2006/main" w="0">
            <a:noFill/>
          </a:ln>
        </p:spPr>
      </p:sp>
      <p:sp>
        <p:nvSpPr>
          <p:cNvPr id="56" name="DA Build">
            <a:extLst xmlns:a="http://schemas.openxmlformats.org/drawingml/2006/main">
              <a:ext uri="{FF2B5EF4-FFF2-40B4-BE49-F238E27FC236}">
                <a16:creationId xmlns:a16="http://schemas.microsoft.com/office/drawing/2014/main" id="{294263C2-1A5E-4469-B4D5-183826384C49}"/>
              </a:ext>
            </a:extLst>
          </p:cNvPr>
          <p:cNvSpPr>
            <a:spLocks xmlns:a="http://schemas.openxmlformats.org/drawingml/2006/main" noGrp="1"/>
          </p:cNvSpPr>
          <p:nvPr/>
        </p:nvSpPr>
        <p:spPr>
          <a:xfrm xmlns:a="http://schemas.openxmlformats.org/drawingml/2006/main" rot="0">
            <a:off x="514350" y="10144125"/>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04461"/>
                </a:solidFill>
                <a:latin typeface="Arial Narrow"/>
                <a:ea typeface="Arial Narrow"/>
                <a:cs typeface="Arial Narrow"/>
              </a:defRPr>
            </a:defPPr>
          </a:lstStyle>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7" name="DA project examples">
            <a:extLst xmlns:a="http://schemas.openxmlformats.org/drawingml/2006/main">
              <a:ext uri="{FF2B5EF4-FFF2-40B4-BE49-F238E27FC236}">
                <a16:creationId xmlns:a16="http://schemas.microsoft.com/office/drawing/2014/main" id="{7AB12EC8-2B43-4938-952D-98D3750C2EFD}"/>
              </a:ext>
            </a:extLst>
          </p:cNvPr>
          <p:cNvSpPr>
            <a:spLocks xmlns:a="http://schemas.openxmlformats.org/drawingml/2006/main" noGrp="1"/>
          </p:cNvSpPr>
          <p:nvPr/>
        </p:nvSpPr>
        <p:spPr>
          <a:xfrm xmlns:a="http://schemas.openxmlformats.org/drawingml/2006/main" rot="0">
            <a:off x="514350" y="1046797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Narrow"/>
                <a:ea typeface="Arial Narrow"/>
                <a:cs typeface="Arial Narrow"/>
              </a:defRPr>
            </a:defPPr>
          </a:lstStyle>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e.g. shop sales and customer data</a:t>
            </a:r>
          </a:p>
        </p:txBody>
      </p:sp>
      <p:sp>
        <p:nvSpPr>
          <p:cNvPr id="58" name="ML Build">
            <a:extLst xmlns:a="http://schemas.openxmlformats.org/drawingml/2006/main">
              <a:ext uri="{FF2B5EF4-FFF2-40B4-BE49-F238E27FC236}">
                <a16:creationId xmlns:a16="http://schemas.microsoft.com/office/drawing/2014/main" id="{519842E2-23B0-4D84-A1BD-96BDBE408D04}"/>
              </a:ext>
            </a:extLst>
          </p:cNvPr>
          <p:cNvSpPr>
            <a:spLocks xmlns:a="http://schemas.openxmlformats.org/drawingml/2006/main" noGrp="1"/>
          </p:cNvSpPr>
          <p:nvPr/>
        </p:nvSpPr>
        <p:spPr>
          <a:xfrm xmlns:a="http://schemas.openxmlformats.org/drawingml/2006/main" rot="0">
            <a:off x="5219700" y="10144125"/>
            <a:ext cx="401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6500BC"/>
                </a:solidFill>
                <a:latin typeface="Arial Narrow"/>
                <a:ea typeface="Arial Narrow"/>
                <a:cs typeface="Arial Narrow"/>
              </a:defRPr>
            </a:defPPr>
          </a:lstStyle>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59" name="ML project examples">
            <a:extLst xmlns:a="http://schemas.openxmlformats.org/drawingml/2006/main">
              <a:ext uri="{FF2B5EF4-FFF2-40B4-BE49-F238E27FC236}">
                <a16:creationId xmlns:a16="http://schemas.microsoft.com/office/drawing/2014/main" id="{8D54F73A-4829-441B-8E0D-D73CA9C8DE32}"/>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02342"/>
                </a:solidFill>
                <a:latin typeface="Arial Narrow"/>
                <a:ea typeface="Arial Narrow"/>
                <a:cs typeface="Arial Narrow"/>
              </a:defRPr>
            </a:defPPr>
          </a:lstStyle>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rents, trip fares</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flower species</a:t>
            </a:r>
          </a:p>
        </p:txBody>
      </p:sp>
      <p:pic>
        <p:nvPicPr>
          <p:cNvPr id="60" name="">
            <a:extLst xmlns:a="http://schemas.openxmlformats.org/drawingml/2006/main">
              <a:ext uri="{FF2B5EF4-FFF2-40B4-BE49-F238E27FC236}">
                <a16:creationId xmlns:a16="http://schemas.microsoft.com/office/drawing/2014/main" id="{1F5DCA02-AB17-43D6-8238-C4A6FC6078D0}"/>
              </a:ext>
            </a:extLst>
          </p:cNvPr>
          <p:cNvPicPr>
            <a:picLocks xmlns:a="http://schemas.openxmlformats.org/drawingml/2006/main" noChangeAspect="1"/>
          </p:cNvPicPr>
          <p:nvPr/>
        </p:nvPicPr>
        <p:blipFill>
          <a:blip xmlns:r="http://schemas.openxmlformats.org/officeDocument/2006/relationships" xmlns:a="http://schemas.openxmlformats.org/drawingml/2006/main" r:embed="Redc07ba46c664404"/>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1" name="Duration">
            <a:extLst xmlns:a="http://schemas.openxmlformats.org/drawingml/2006/main">
              <a:ext uri="{FF2B5EF4-FFF2-40B4-BE49-F238E27FC236}">
                <a16:creationId xmlns:a16="http://schemas.microsoft.com/office/drawing/2014/main" id="{6F05447F-9CCD-48EC-8EAD-CA54717CC3A8}"/>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02342"/>
                </a:solidFill>
                <a:latin typeface="Arial"/>
                <a:ea typeface="Arial"/>
                <a:cs typeface="Arial"/>
              </a:defRPr>
            </a:defPPr>
          </a:lstStyle>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2" name="Benefit divider 1">
            <a:extLst xmlns:a="http://schemas.openxmlformats.org/drawingml/2006/main">
              <a:ext uri="{FF2B5EF4-FFF2-40B4-BE49-F238E27FC236}">
                <a16:creationId xmlns:a16="http://schemas.microsoft.com/office/drawing/2014/main" id="{E367D947-88D3-43C8-A8E2-C141E0C8577D}"/>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3" name="">
            <a:extLst xmlns:a="http://schemas.openxmlformats.org/drawingml/2006/main">
              <a:ext uri="{FF2B5EF4-FFF2-40B4-BE49-F238E27FC236}">
                <a16:creationId xmlns:a16="http://schemas.microsoft.com/office/drawing/2014/main" id="{ACAE7C40-214E-431C-8D51-BBC3DFF82218}"/>
              </a:ext>
            </a:extLst>
          </p:cNvPr>
          <p:cNvPicPr>
            <a:picLocks xmlns:a="http://schemas.openxmlformats.org/drawingml/2006/main" noChangeAspect="1"/>
          </p:cNvPicPr>
          <p:nvPr/>
        </p:nvPicPr>
        <p:blipFill>
          <a:blip xmlns:r="http://schemas.openxmlformats.org/officeDocument/2006/relationships" xmlns:a="http://schemas.openxmlformats.org/drawingml/2006/main" r:embed="R097d7436f975439d"/>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4" name="Group limit">
            <a:extLst xmlns:a="http://schemas.openxmlformats.org/drawingml/2006/main">
              <a:ext uri="{FF2B5EF4-FFF2-40B4-BE49-F238E27FC236}">
                <a16:creationId xmlns:a16="http://schemas.microsoft.com/office/drawing/2014/main" id="{4BEE703F-404E-4048-AEE7-857F8B15AA49}"/>
              </a:ext>
            </a:extLst>
          </p:cNvPr>
          <p:cNvSpPr>
            <a:spLocks xmlns:a="http://schemas.openxmlformats.org/drawingml/2006/main" noGrp="1"/>
          </p:cNvSpPr>
          <p:nvPr/>
        </p:nvSpPr>
        <p:spPr>
          <a:xfrm xmlns:a="http://schemas.openxmlformats.org/drawingml/2006/main" rot="0">
            <a:off x="3105150" y="13125450"/>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Max. 5 learners</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per group</a:t>
            </a:r>
          </a:p>
        </p:txBody>
      </p:sp>
      <p:sp>
        <p:nvSpPr>
          <p:cNvPr id="65" name="Benefit divider 2">
            <a:extLst xmlns:a="http://schemas.openxmlformats.org/drawingml/2006/main">
              <a:ext uri="{FF2B5EF4-FFF2-40B4-BE49-F238E27FC236}">
                <a16:creationId xmlns:a16="http://schemas.microsoft.com/office/drawing/2014/main" id="{8152CBFE-AF1C-4E0A-84A6-843CDDA26135}"/>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6" name="">
            <a:extLst xmlns:a="http://schemas.openxmlformats.org/drawingml/2006/main">
              <a:ext uri="{FF2B5EF4-FFF2-40B4-BE49-F238E27FC236}">
                <a16:creationId xmlns:a16="http://schemas.microsoft.com/office/drawing/2014/main" id="{46964F28-104F-496D-9C8C-D11FB2F25AAB}"/>
              </a:ext>
            </a:extLst>
          </p:cNvPr>
          <p:cNvPicPr>
            <a:picLocks xmlns:a="http://schemas.openxmlformats.org/drawingml/2006/main" noChangeAspect="1"/>
          </p:cNvPicPr>
          <p:nvPr/>
        </p:nvPicPr>
        <p:blipFill>
          <a:blip xmlns:r="http://schemas.openxmlformats.org/officeDocument/2006/relationships" xmlns:a="http://schemas.openxmlformats.org/drawingml/2006/main" r:embed="Rcbef2f69331d45aa"/>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7" name="Beginner access">
            <a:extLst xmlns:a="http://schemas.openxmlformats.org/drawingml/2006/main">
              <a:ext uri="{FF2B5EF4-FFF2-40B4-BE49-F238E27FC236}">
                <a16:creationId xmlns:a16="http://schemas.microsoft.com/office/drawing/2014/main" id="{83C76652-8A3A-4229-8EDD-629D07DD04C4}"/>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No coding</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experience needed</a:t>
            </a:r>
          </a:p>
        </p:txBody>
      </p:sp>
      <p:sp>
        <p:nvSpPr>
          <p:cNvPr id="68" name="Benefit divider 3">
            <a:extLst xmlns:a="http://schemas.openxmlformats.org/drawingml/2006/main">
              <a:ext uri="{FF2B5EF4-FFF2-40B4-BE49-F238E27FC236}">
                <a16:creationId xmlns:a16="http://schemas.microsoft.com/office/drawing/2014/main" id="{027C3C0A-3BC2-4C00-B1DB-3814570CD5FA}"/>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69" name="Limited places highlight">
            <a:extLst xmlns:a="http://schemas.openxmlformats.org/drawingml/2006/main">
              <a:ext uri="{FF2B5EF4-FFF2-40B4-BE49-F238E27FC236}">
                <a16:creationId xmlns:a16="http://schemas.microsoft.com/office/drawing/2014/main" id="{8C45AB2D-FE81-40CA-867C-867EDA22EA08}"/>
              </a:ext>
            </a:extLst>
          </p:cNvPr>
          <p:cNvSpPr>
            <a:spLocks xmlns:a="http://schemas.openxmlformats.org/drawingml/2006/main" noGrp="1"/>
          </p:cNvSpPr>
          <p:nvPr/>
        </p:nvSpPr>
        <p:spPr>
          <a:xfrm xmlns:a="http://schemas.openxmlformats.org/drawingml/2006/main" rot="0">
            <a:off x="7315200" y="13049250"/>
            <a:ext cx="2209800" cy="704850"/>
          </a:xfrm>
          <a:prstGeom xmlns:a="http://schemas.openxmlformats.org/drawingml/2006/main" prst="roundRect">
            <a:avLst>
              <a:gd name="adj" fmla="val 13514"/>
            </a:avLst>
          </a:prstGeom>
          <a:solidFill xmlns:a="http://schemas.openxmlformats.org/drawingml/2006/main">
            <a:srgbClr val="FFD44C"/>
          </a:solidFill>
          <a:ln xmlns:a="http://schemas.openxmlformats.org/drawingml/2006/main" w="0">
            <a:noFill/>
          </a:ln>
        </p:spPr>
      </p:sp>
      <p:sp>
        <p:nvSpPr>
          <p:cNvPr id="70" name="Places">
            <a:extLst xmlns:a="http://schemas.openxmlformats.org/drawingml/2006/main">
              <a:ext uri="{FF2B5EF4-FFF2-40B4-BE49-F238E27FC236}">
                <a16:creationId xmlns:a16="http://schemas.microsoft.com/office/drawing/2014/main" id="{A77B0771-A777-4559-B967-6219B50E22BF}"/>
              </a:ext>
            </a:extLst>
          </p:cNvPr>
          <p:cNvSpPr>
            <a:spLocks xmlns:a="http://schemas.openxmlformats.org/drawingml/2006/main" noGrp="1"/>
          </p:cNvSpPr>
          <p:nvPr/>
        </p:nvSpPr>
        <p:spPr>
          <a:xfrm xmlns:a="http://schemas.openxmlformats.org/drawingml/2006/main" rot="0">
            <a:off x="7391400" y="131064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002342"/>
                </a:solidFill>
                <a:latin typeface="Arial"/>
                <a:ea typeface="Arial"/>
                <a:cs typeface="Arial"/>
              </a:defRPr>
            </a:defPPr>
          </a:lstStyle>
          <a:p xmlns:a="http://schemas.openxmlformats.org/drawingml/2006/main">
            <a:pPr algn="ctr">
              <a:defRPr sz="2100" b="1">
                <a:solidFill>
                  <a:srgbClr val="002342"/>
                </a:solidFill>
                <a:latin typeface="Arial"/>
                <a:ea typeface="Arial"/>
                <a:cs typeface="Arial"/>
              </a:defRPr>
            </a:pPr>
            <a:r>
              <a:rPr sz="2100" b="1">
                <a:solidFill>
                  <a:srgbClr val="002342"/>
                </a:solidFill>
                <a:latin typeface="Arial"/>
                <a:ea typeface="Arial"/>
                <a:cs typeface="Arial"/>
              </a:rPr>
              <a:t>Only 15 places</a:t>
            </a:r>
          </a:p>
        </p:txBody>
      </p:sp>
      <p:sp>
        <p:nvSpPr>
          <p:cNvPr id="71" name="Places qualifier">
            <a:extLst xmlns:a="http://schemas.openxmlformats.org/drawingml/2006/main">
              <a:ext uri="{FF2B5EF4-FFF2-40B4-BE49-F238E27FC236}">
                <a16:creationId xmlns:a16="http://schemas.microsoft.com/office/drawing/2014/main" id="{9F0C24E5-E39A-484B-9DAE-EDB588E34BD9}"/>
              </a:ext>
            </a:extLst>
          </p:cNvPr>
          <p:cNvSpPr>
            <a:spLocks xmlns:a="http://schemas.openxmlformats.org/drawingml/2006/main" noGrp="1"/>
          </p:cNvSpPr>
          <p:nvPr/>
        </p:nvSpPr>
        <p:spPr>
          <a:xfrm xmlns:a="http://schemas.openxmlformats.org/drawingml/2006/main" rot="0">
            <a:off x="7391400" y="1344930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1">
                <a:solidFill>
                  <a:srgbClr val="002342"/>
                </a:solidFill>
                <a:latin typeface="Arial Narrow"/>
                <a:ea typeface="Arial Narrow"/>
                <a:cs typeface="Arial Narrow"/>
              </a:defRPr>
            </a:defPPr>
          </a:lstStyle>
          <a:p xmlns:a="http://schemas.openxmlformats.org/drawingml/2006/main">
            <a:pPr algn="ctr">
              <a:defRPr sz="1350" b="1">
                <a:solidFill>
                  <a:srgbClr val="002342"/>
                </a:solidFill>
                <a:latin typeface="Arial Narrow"/>
                <a:ea typeface="Arial Narrow"/>
                <a:cs typeface="Arial Narrow"/>
              </a:defRPr>
            </a:pPr>
            <a:r>
              <a:rPr sz="1350" b="1">
                <a:solidFill>
                  <a:srgbClr val="002342"/>
                </a:solidFill>
                <a:latin typeface="Arial Narrow"/>
                <a:ea typeface="Arial Narrow"/>
                <a:cs typeface="Arial Narrow"/>
              </a:rPr>
              <a:t>(whole programme)</a:t>
            </a:r>
          </a:p>
        </p:txBody>
      </p:sp>
      <p:sp>
        <p:nvSpPr>
          <p:cNvPr id="72" name="Programme fee panel">
            <a:extLst xmlns:a="http://schemas.openxmlformats.org/drawingml/2006/main">
              <a:ext uri="{FF2B5EF4-FFF2-40B4-BE49-F238E27FC236}">
                <a16:creationId xmlns:a16="http://schemas.microsoft.com/office/drawing/2014/main" id="{A15B20FC-FC70-4E42-8E09-D35523EBD89C}"/>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3" name="Programme fee heading">
            <a:extLst xmlns:a="http://schemas.openxmlformats.org/drawingml/2006/main">
              <a:ext uri="{FF2B5EF4-FFF2-40B4-BE49-F238E27FC236}">
                <a16:creationId xmlns:a16="http://schemas.microsoft.com/office/drawing/2014/main" id="{8796ACBF-DE66-4E37-9441-F9F2A0D88D1F}"/>
              </a:ext>
            </a:extLst>
          </p:cNvPr>
          <p:cNvSpPr>
            <a:spLocks xmlns:a="http://schemas.openxmlformats.org/drawingml/2006/main" noGrp="1"/>
          </p:cNvSpPr>
          <p:nvPr/>
        </p:nvSpPr>
        <p:spPr>
          <a:xfrm xmlns:a="http://schemas.openxmlformats.org/drawingml/2006/main" rot="0">
            <a:off x="466725" y="140017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Programme fee per learner</a:t>
            </a:r>
          </a:p>
        </p:txBody>
      </p:sp>
      <p:sp>
        <p:nvSpPr>
          <p:cNvPr id="74" name="Single programme fee">
            <a:extLst xmlns:a="http://schemas.openxmlformats.org/drawingml/2006/main">
              <a:ext uri="{FF2B5EF4-FFF2-40B4-BE49-F238E27FC236}">
                <a16:creationId xmlns:a16="http://schemas.microsoft.com/office/drawing/2014/main" id="{3014DB16-7933-47CE-93F3-848BF7E98F96}"/>
              </a:ext>
            </a:extLst>
          </p:cNvPr>
          <p:cNvSpPr>
            <a:spLocks xmlns:a="http://schemas.openxmlformats.org/drawingml/2006/main" noGrp="1"/>
          </p:cNvSpPr>
          <p:nvPr/>
        </p:nvSpPr>
        <p:spPr>
          <a:xfrm xmlns:a="http://schemas.openxmlformats.org/drawingml/2006/main" rot="0">
            <a:off x="466725" y="14354175"/>
            <a:ext cx="421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FFFFFF"/>
                </a:solidFill>
                <a:latin typeface="Arial"/>
                <a:ea typeface="Arial"/>
                <a:cs typeface="Arial"/>
              </a:defRPr>
            </a:def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UGX 1,000,000</a:t>
            </a:r>
          </a:p>
        </p:txBody>
      </p:sp>
      <p:sp>
        <p:nvSpPr>
          <p:cNvPr id="75" name="Single fee condition">
            <a:extLst xmlns:a="http://schemas.openxmlformats.org/drawingml/2006/main">
              <a:ext uri="{FF2B5EF4-FFF2-40B4-BE49-F238E27FC236}">
                <a16:creationId xmlns:a16="http://schemas.microsoft.com/office/drawing/2014/main" id="{9F6FC2F1-FDB0-4DB7-B19F-507869A94397}"/>
              </a:ext>
            </a:extLst>
          </p:cNvPr>
          <p:cNvSpPr>
            <a:spLocks xmlns:a="http://schemas.openxmlformats.org/drawingml/2006/main" noGrp="1"/>
          </p:cNvSpPr>
          <p:nvPr/>
        </p:nvSpPr>
        <p:spPr>
          <a:xfrm xmlns:a="http://schemas.openxmlformats.org/drawingml/2006/main" rot="0">
            <a:off x="466725" y="14963775"/>
            <a:ext cx="4200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Narrow"/>
                <a:ea typeface="Arial Narrow"/>
                <a:cs typeface="Arial Narrow"/>
              </a:defRPr>
            </a:defPPr>
          </a:lstStyle>
          <a:p xmlns:a="http://schemas.openxmlformats.org/drawingml/2006/main">
            <a:pPr algn="l">
              <a:defRPr sz="1800" b="0">
                <a:solidFill>
                  <a:srgbClr val="FFFFFF"/>
                </a:solidFill>
                <a:latin typeface="Arial Narrow"/>
                <a:ea typeface="Arial Narrow"/>
                <a:cs typeface="Arial Narrow"/>
              </a:defRPr>
            </a:pPr>
            <a:r>
              <a:rPr sz="1800" b="0">
                <a:solidFill>
                  <a:srgbClr val="FFFFFF"/>
                </a:solidFill>
                <a:latin typeface="Arial Narrow"/>
                <a:ea typeface="Arial Narrow"/>
                <a:cs typeface="Arial Narrow"/>
              </a:rPr>
              <a:t>Same fee for groups of 1–5 learners</a:t>
            </a:r>
          </a:p>
        </p:txBody>
      </p:sp>
      <p:sp>
        <p:nvSpPr>
          <p:cNvPr id="76" name="Booking panel">
            <a:extLst xmlns:a="http://schemas.openxmlformats.org/drawingml/2006/main">
              <a:ext uri="{FF2B5EF4-FFF2-40B4-BE49-F238E27FC236}">
                <a16:creationId xmlns:a16="http://schemas.microsoft.com/office/drawing/2014/main" id="{05782336-426A-45E7-B7B1-D825F9A12D14}"/>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7" name="Reserve call to action">
            <a:extLst xmlns:a="http://schemas.openxmlformats.org/drawingml/2006/main">
              <a:ext uri="{FF2B5EF4-FFF2-40B4-BE49-F238E27FC236}">
                <a16:creationId xmlns:a16="http://schemas.microsoft.com/office/drawing/2014/main" id="{A0924B28-0F06-4D42-9EEB-A8C0728968EA}"/>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78" name="Reserve wording">
            <a:extLst xmlns:a="http://schemas.openxmlformats.org/drawingml/2006/main">
              <a:ext uri="{FF2B5EF4-FFF2-40B4-BE49-F238E27FC236}">
                <a16:creationId xmlns:a16="http://schemas.microsoft.com/office/drawing/2014/main" id="{65FE970F-A57B-4ADC-9A7D-75AE7B03146D}"/>
              </a:ext>
            </a:extLst>
          </p:cNvPr>
          <p:cNvSpPr>
            <a:spLocks xmlns:a="http://schemas.openxmlformats.org/drawingml/2006/main" noGrp="1"/>
          </p:cNvSpPr>
          <p:nvPr/>
        </p:nvSpPr>
        <p:spPr>
          <a:xfrm xmlns:a="http://schemas.openxmlformats.org/drawingml/2006/main" rot="0">
            <a:off x="5172075" y="14106525"/>
            <a:ext cx="2581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Register for camp →</a:t>
            </a:r>
          </a:p>
        </p:txBody>
      </p:sp>
      <p:pic>
        <p:nvPicPr>
          <p:cNvPr id="79" name="">
            <a:extLst xmlns:a="http://schemas.openxmlformats.org/drawingml/2006/main">
              <a:ext uri="{FF2B5EF4-FFF2-40B4-BE49-F238E27FC236}">
                <a16:creationId xmlns:a16="http://schemas.microsoft.com/office/drawing/2014/main" id="{8F871103-5DE9-437D-A53A-0988F03E9FA8}"/>
              </a:ext>
            </a:extLst>
          </p:cNvPr>
          <p:cNvPicPr>
            <a:picLocks xmlns:a="http://schemas.openxmlformats.org/drawingml/2006/main" noChangeAspect="1"/>
          </p:cNvPicPr>
          <p:nvPr/>
        </p:nvPicPr>
        <p:blipFill>
          <a:blip xmlns:r="http://schemas.openxmlformats.org/officeDocument/2006/relationships" xmlns:a="http://schemas.openxmlformats.org/drawingml/2006/main" r:embed="Rd03fb434e3ed40be"/>
          <a:stretch xmlns:a="http://schemas.openxmlformats.org/drawingml/2006/main"/>
        </p:blipFill>
        <p:spPr>
          <a:xfrm xmlns:a="http://schemas.openxmlformats.org/drawingml/2006/main">
            <a:off x="5162550" y="14887575"/>
            <a:ext cx="266700" cy="304800"/>
          </a:xfrm>
          <a:prstGeom xmlns:a="http://schemas.openxmlformats.org/drawingml/2006/main" prst="rect">
            <a:avLst/>
          </a:prstGeom>
        </p:spPr>
      </p:pic>
      <p:sp>
        <p:nvSpPr>
          <p:cNvPr id="80" name="Calls and WhatsApp number">
            <a:extLst xmlns:a="http://schemas.openxmlformats.org/drawingml/2006/main">
              <a:ext uri="{FF2B5EF4-FFF2-40B4-BE49-F238E27FC236}">
                <a16:creationId xmlns:a16="http://schemas.microsoft.com/office/drawing/2014/main" id="{086D4B8A-8013-4678-B93D-D94E1578BA71}"/>
              </a:ext>
            </a:extLst>
          </p:cNvPr>
          <p:cNvSpPr>
            <a:spLocks xmlns:a="http://schemas.openxmlformats.org/drawingml/2006/main" noGrp="1"/>
          </p:cNvSpPr>
          <p:nvPr/>
        </p:nvSpPr>
        <p:spPr>
          <a:xfrm xmlns:a="http://schemas.openxmlformats.org/drawingml/2006/main" rot="0">
            <a:off x="5572125" y="14887575"/>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FFFFFF"/>
                </a:solidFill>
                <a:latin typeface="Arial Narrow"/>
                <a:ea typeface="Arial Narrow"/>
                <a:cs typeface="Arial Narrow"/>
              </a:defRPr>
            </a:defPPr>
          </a:lstStyle>
          <a:p xmlns:a="http://schemas.openxmlformats.org/drawingml/2006/main">
            <a:pPr algn="l">
              <a:defRPr sz="2025" b="1">
                <a:solidFill>
                  <a:srgbClr val="FFFFFF"/>
                </a:solidFill>
                <a:latin typeface="Arial Narrow"/>
                <a:ea typeface="Arial Narrow"/>
                <a:cs typeface="Arial Narrow"/>
              </a:defRPr>
            </a:pPr>
            <a:r>
              <a:rPr sz="2025" b="1">
                <a:solidFill>
                  <a:srgbClr val="FFFFFF"/>
                </a:solidFill>
                <a:latin typeface="Arial Narrow"/>
                <a:ea typeface="Arial Narrow"/>
                <a:cs typeface="Arial Narrow"/>
              </a:rPr>
              <a:t>+256 750 990 718</a:t>
            </a:r>
          </a:p>
        </p:txBody>
      </p:sp>
      <p:sp>
        <p:nvSpPr>
          <p:cNvPr id="81" name="Email">
            <a:extLst xmlns:a="http://schemas.openxmlformats.org/drawingml/2006/main">
              <a:ext uri="{FF2B5EF4-FFF2-40B4-BE49-F238E27FC236}">
                <a16:creationId xmlns:a16="http://schemas.microsoft.com/office/drawing/2014/main" id="{6969F23E-316F-4348-A9C3-9FB89C1EE3DF}"/>
              </a:ext>
            </a:extLst>
          </p:cNvPr>
          <p:cNvSpPr>
            <a:spLocks xmlns:a="http://schemas.openxmlformats.org/drawingml/2006/main" noGrp="1"/>
          </p:cNvSpPr>
          <p:nvPr/>
        </p:nvSpPr>
        <p:spPr>
          <a:xfrm xmlns:a="http://schemas.openxmlformats.org/drawingml/2006/main" rot="0">
            <a:off x="285750" y="15478125"/>
            <a:ext cx="7477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Email: jothammartin.wambi@gmail.com</a:t>
            </a:r>
          </a:p>
        </p:txBody>
      </p:sp>
      <p:pic>
        <p:nvPicPr>
          <p:cNvPr id="82" name="">
            <a:extLst xmlns:a="http://schemas.openxmlformats.org/drawingml/2006/main">
              <a:ext uri="{FF2B5EF4-FFF2-40B4-BE49-F238E27FC236}">
                <a16:creationId xmlns:a16="http://schemas.microsoft.com/office/drawing/2014/main" id="{53B68CED-93B9-412F-BD4D-A90E5F1D7BC9}"/>
              </a:ext>
            </a:extLst>
          </p:cNvPr>
          <p:cNvPicPr>
            <a:picLocks xmlns:a="http://schemas.openxmlformats.org/drawingml/2006/main" noChangeAspect="1"/>
          </p:cNvPicPr>
          <p:nvPr/>
        </p:nvPicPr>
        <p:blipFill>
          <a:blip xmlns:r="http://schemas.openxmlformats.org/officeDocument/2006/relationships" xmlns:a="http://schemas.openxmlformats.org/drawingml/2006/main" r:embed="R7af6ca0e763b42cb"/>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3" name="QR caption">
            <a:extLst xmlns:a="http://schemas.openxmlformats.org/drawingml/2006/main">
              <a:ext uri="{FF2B5EF4-FFF2-40B4-BE49-F238E27FC236}">
                <a16:creationId xmlns:a16="http://schemas.microsoft.com/office/drawing/2014/main" id="{714AD1F3-40DF-48CA-922C-4E66535FF3D8}"/>
              </a:ext>
            </a:extLst>
          </p:cNvPr>
          <p:cNvSpPr>
            <a:spLocks xmlns:a="http://schemas.openxmlformats.org/drawingml/2006/main" noGrp="1"/>
          </p:cNvSpPr>
          <p:nvPr/>
        </p:nvSpPr>
        <p:spPr>
          <a:xfrm xmlns:a="http://schemas.openxmlformats.org/drawingml/2006/main" rot="0">
            <a:off x="7943850" y="15478125"/>
            <a:ext cx="1562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2342"/>
                </a:solidFill>
                <a:latin typeface="Arial Narrow"/>
                <a:ea typeface="Arial Narrow"/>
                <a:cs typeface="Arial Narrow"/>
              </a:defRPr>
            </a:defPPr>
          </a:lstStyle>
          <a:p xmlns:a="http://schemas.openxmlformats.org/drawingml/2006/main">
            <a:pPr algn="ctr">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Scan to register</a:t>
            </a:r>
          </a:p>
        </p:txBody>
      </p:sp>
      <p:sp>
        <p:nvSpPr>
          <p:cNvPr id="84" name="Outcomes heading">
            <a:extLst xmlns:a="http://schemas.openxmlformats.org/drawingml/2006/main">
              <a:ext uri="{FF2B5EF4-FFF2-40B4-BE49-F238E27FC236}">
                <a16:creationId xmlns:a16="http://schemas.microsoft.com/office/drawing/2014/main" id="{B55F2DA0-4149-4E32-B4C1-DC5DC33EE255}"/>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02342"/>
                </a:solidFill>
                <a:latin typeface="Arial"/>
                <a:ea typeface="Arial"/>
                <a:cs typeface="Arial"/>
              </a:defRPr>
            </a:defPPr>
          </a:lstStyle>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85" name="">
            <a:extLst xmlns:a="http://schemas.openxmlformats.org/drawingml/2006/main">
              <a:ext uri="{FF2B5EF4-FFF2-40B4-BE49-F238E27FC236}">
                <a16:creationId xmlns:a16="http://schemas.microsoft.com/office/drawing/2014/main" id="{DFD3DD67-2291-4A19-9E80-DD90DBD41AA6}"/>
              </a:ext>
            </a:extLst>
          </p:cNvPr>
          <p:cNvPicPr>
            <a:picLocks xmlns:a="http://schemas.openxmlformats.org/drawingml/2006/main" noChangeAspect="1"/>
          </p:cNvPicPr>
          <p:nvPr/>
        </p:nvPicPr>
        <p:blipFill>
          <a:blip xmlns:r="http://schemas.openxmlformats.org/officeDocument/2006/relationships" xmlns:a="http://schemas.openxmlformats.org/drawingml/2006/main" r:embed="Re0c9ba0b91aa4267"/>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86" name="Outcome 1">
            <a:extLst xmlns:a="http://schemas.openxmlformats.org/drawingml/2006/main">
              <a:ext uri="{FF2B5EF4-FFF2-40B4-BE49-F238E27FC236}">
                <a16:creationId xmlns:a16="http://schemas.microsoft.com/office/drawing/2014/main" id="{789F597A-7D72-41E1-8DCC-5CCBF6D7B3DD}"/>
              </a:ext>
            </a:extLst>
          </p:cNvPr>
          <p:cNvSpPr>
            <a:spLocks xmlns:a="http://schemas.openxmlformats.org/drawingml/2006/main" noGrp="1"/>
          </p:cNvSpPr>
          <p:nvPr/>
        </p:nvSpPr>
        <p:spPr>
          <a:xfrm xmlns:a="http://schemas.openxmlformats.org/drawingml/2006/main" rot="0">
            <a:off x="58102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Built a practical</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portfolio project</a:t>
            </a:r>
          </a:p>
        </p:txBody>
      </p:sp>
      <p:pic>
        <p:nvPicPr>
          <p:cNvPr id="87" name="">
            <a:extLst xmlns:a="http://schemas.openxmlformats.org/drawingml/2006/main">
              <a:ext uri="{FF2B5EF4-FFF2-40B4-BE49-F238E27FC236}">
                <a16:creationId xmlns:a16="http://schemas.microsoft.com/office/drawing/2014/main" id="{28EAB958-FF18-4A85-8CA5-D11A1122A63E}"/>
              </a:ext>
            </a:extLst>
          </p:cNvPr>
          <p:cNvPicPr>
            <a:picLocks xmlns:a="http://schemas.openxmlformats.org/drawingml/2006/main" noChangeAspect="1"/>
          </p:cNvPicPr>
          <p:nvPr/>
        </p:nvPicPr>
        <p:blipFill>
          <a:blip xmlns:r="http://schemas.openxmlformats.org/officeDocument/2006/relationships" xmlns:a="http://schemas.openxmlformats.org/drawingml/2006/main" r:embed="Rf012c8d47c5c4a38"/>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88" name="Outcome 2">
            <a:extLst xmlns:a="http://schemas.openxmlformats.org/drawingml/2006/main">
              <a:ext uri="{FF2B5EF4-FFF2-40B4-BE49-F238E27FC236}">
                <a16:creationId xmlns:a16="http://schemas.microsoft.com/office/drawing/2014/main" id="{D57C2FD5-042F-4CF4-B7DD-BA89523093DD}"/>
              </a:ext>
            </a:extLst>
          </p:cNvPr>
          <p:cNvSpPr>
            <a:spLocks xmlns:a="http://schemas.openxmlformats.org/drawingml/2006/main" noGrp="1"/>
          </p:cNvSpPr>
          <p:nvPr/>
        </p:nvSpPr>
        <p:spPr>
          <a:xfrm xmlns:a="http://schemas.openxmlformats.org/drawingml/2006/main" rot="0">
            <a:off x="287655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Cleaned and</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analysed data</a:t>
            </a:r>
          </a:p>
        </p:txBody>
      </p:sp>
      <p:pic>
        <p:nvPicPr>
          <p:cNvPr id="89" name="">
            <a:extLst xmlns:a="http://schemas.openxmlformats.org/drawingml/2006/main">
              <a:ext uri="{FF2B5EF4-FFF2-40B4-BE49-F238E27FC236}">
                <a16:creationId xmlns:a16="http://schemas.microsoft.com/office/drawing/2014/main" id="{84C6FA98-F155-40AC-8297-5A47822C748C}"/>
              </a:ext>
            </a:extLst>
          </p:cNvPr>
          <p:cNvPicPr>
            <a:picLocks xmlns:a="http://schemas.openxmlformats.org/drawingml/2006/main" noChangeAspect="1"/>
          </p:cNvPicPr>
          <p:nvPr/>
        </p:nvPicPr>
        <p:blipFill>
          <a:blip xmlns:r="http://schemas.openxmlformats.org/officeDocument/2006/relationships" xmlns:a="http://schemas.openxmlformats.org/drawingml/2006/main" r:embed="Rb2737346a2ef4f3a"/>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90" name="Outcome 3">
            <a:extLst xmlns:a="http://schemas.openxmlformats.org/drawingml/2006/main">
              <a:ext uri="{FF2B5EF4-FFF2-40B4-BE49-F238E27FC236}">
                <a16:creationId xmlns:a16="http://schemas.microsoft.com/office/drawing/2014/main" id="{27427E0D-4915-44E3-9A1D-9C2DD09CE533}"/>
              </a:ext>
            </a:extLst>
          </p:cNvPr>
          <p:cNvSpPr>
            <a:spLocks xmlns:a="http://schemas.openxmlformats.org/drawingml/2006/main" noGrp="1"/>
          </p:cNvSpPr>
          <p:nvPr/>
        </p:nvSpPr>
        <p:spPr>
          <a:xfrm xmlns:a="http://schemas.openxmlformats.org/drawingml/2006/main" rot="0">
            <a:off x="517207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Created data</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visualisations</a:t>
            </a:r>
          </a:p>
        </p:txBody>
      </p:sp>
      <p:pic>
        <p:nvPicPr>
          <p:cNvPr id="91" name="">
            <a:extLst xmlns:a="http://schemas.openxmlformats.org/drawingml/2006/main">
              <a:ext uri="{FF2B5EF4-FFF2-40B4-BE49-F238E27FC236}">
                <a16:creationId xmlns:a16="http://schemas.microsoft.com/office/drawing/2014/main" id="{150BB255-9E4B-485F-B0B8-EE471AAA7DEA}"/>
              </a:ext>
            </a:extLst>
          </p:cNvPr>
          <p:cNvPicPr>
            <a:picLocks xmlns:a="http://schemas.openxmlformats.org/drawingml/2006/main" noChangeAspect="1"/>
          </p:cNvPicPr>
          <p:nvPr/>
        </p:nvPicPr>
        <p:blipFill>
          <a:blip xmlns:r="http://schemas.openxmlformats.org/officeDocument/2006/relationships" xmlns:a="http://schemas.openxmlformats.org/drawingml/2006/main" r:embed="Rfb8d393694c74b8d"/>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92" name="Outcome 4">
            <a:extLst xmlns:a="http://schemas.openxmlformats.org/drawingml/2006/main">
              <a:ext uri="{FF2B5EF4-FFF2-40B4-BE49-F238E27FC236}">
                <a16:creationId xmlns:a16="http://schemas.microsoft.com/office/drawing/2014/main" id="{36C4B2EC-6594-4AC8-8C4D-21E3B700EBE3}"/>
              </a:ext>
            </a:extLst>
          </p:cNvPr>
          <p:cNvSpPr>
            <a:spLocks xmlns:a="http://schemas.openxmlformats.org/drawingml/2006/main" noGrp="1"/>
          </p:cNvSpPr>
          <p:nvPr/>
        </p:nvSpPr>
        <p:spPr>
          <a:xfrm xmlns:a="http://schemas.openxmlformats.org/drawingml/2006/main" rot="0">
            <a:off x="746760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6500BC"/>
                </a:solidFill>
                <a:latin typeface="Arial"/>
                <a:ea typeface="Arial"/>
                <a:cs typeface="Arial"/>
              </a:defRPr>
            </a:defPPr>
          </a:lstStyle>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Built a</a:t>
            </a:r>
          </a:p>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prediction model</a:t>
            </a:r>
          </a:p>
        </p:txBody>
      </p:sp>
      <p:sp>
        <p:nvSpPr>
          <p:cNvPr id="93" name="ML outcome qualifier">
            <a:extLst xmlns:a="http://schemas.openxmlformats.org/drawingml/2006/main">
              <a:ext uri="{FF2B5EF4-FFF2-40B4-BE49-F238E27FC236}">
                <a16:creationId xmlns:a16="http://schemas.microsoft.com/office/drawing/2014/main" id="{F70D1B63-66A2-42E5-80D4-B2B4C506DA35}"/>
              </a:ext>
            </a:extLst>
          </p:cNvPr>
          <p:cNvSpPr>
            <a:spLocks xmlns:a="http://schemas.openxmlformats.org/drawingml/2006/main" noGrp="1"/>
          </p:cNvSpPr>
          <p:nvPr/>
        </p:nvSpPr>
        <p:spPr>
          <a:xfrm xmlns:a="http://schemas.openxmlformats.org/drawingml/2006/main" rot="0">
            <a:off x="7277100" y="12677775"/>
            <a:ext cx="2200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0">
                <a:solidFill>
                  <a:srgbClr val="6500BC"/>
                </a:solidFill>
                <a:latin typeface="Arial"/>
                <a:ea typeface="Arial"/>
                <a:cs typeface="Arial"/>
              </a:defRPr>
            </a:defPPr>
          </a:lstStyle>
          <a:p xmlns:a="http://schemas.openxmlformats.org/drawingml/2006/main">
            <a:pPr algn="ctr">
              <a:defRPr sz="1350" b="0">
                <a:solidFill>
                  <a:srgbClr val="6500BC"/>
                </a:solidFill>
                <a:latin typeface="Arial"/>
                <a:ea typeface="Arial"/>
                <a:cs typeface="Arial"/>
              </a:defRPr>
            </a:pPr>
            <a:r>
              <a:rPr sz="1350" b="0">
                <a:solidFill>
                  <a:srgbClr val="6500BC"/>
                </a:solidFill>
                <a:latin typeface="Arial"/>
                <a:ea typeface="Arial"/>
                <a:cs typeface="Arial"/>
              </a:rPr>
              <a:t>Machine Learning track</a:t>
            </a:r>
          </a:p>
        </p:txBody>
      </p:sp>
      <p:sp>
        <p:nvSpPr>
          <p:cNvPr id="94" name="Outcomes divider">
            <a:extLst xmlns:a="http://schemas.openxmlformats.org/drawingml/2006/main">
              <a:ext uri="{FF2B5EF4-FFF2-40B4-BE49-F238E27FC236}">
                <a16:creationId xmlns:a16="http://schemas.microsoft.com/office/drawing/2014/main" id="{3F1E4A77-3581-4550-AB43-BA61C93614E8}"/>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
        <p:nvSpPr>
          <p:cNvPr id="95" name="Audience banner">
            <a:extLst xmlns:a="http://schemas.openxmlformats.org/drawingml/2006/main">
              <a:ext uri="{FF2B5EF4-FFF2-40B4-BE49-F238E27FC236}">
                <a16:creationId xmlns:a16="http://schemas.microsoft.com/office/drawing/2014/main" id="{FAA7942A-9F0E-47CE-9C91-C706244DC8B0}"/>
              </a:ext>
            </a:extLst>
          </p:cNvPr>
          <p:cNvSpPr>
            <a:spLocks xmlns:a="http://schemas.openxmlformats.org/drawingml/2006/main" noGrp="1"/>
          </p:cNvSpPr>
          <p:nvPr/>
        </p:nvSpPr>
        <p:spPr>
          <a:xfrm xmlns:a="http://schemas.openxmlformats.org/drawingml/2006/main" rot="0">
            <a:off x="295275" y="4895850"/>
            <a:ext cx="5095875"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96" name="Audience">
            <a:extLst xmlns:a="http://schemas.openxmlformats.org/drawingml/2006/main">
              <a:ext uri="{FF2B5EF4-FFF2-40B4-BE49-F238E27FC236}">
                <a16:creationId xmlns:a16="http://schemas.microsoft.com/office/drawing/2014/main" id="{6024F0D0-B984-44B4-839C-E8DBE6B00F99}"/>
              </a:ext>
            </a:extLst>
          </p:cNvPr>
          <p:cNvSpPr>
            <a:spLocks xmlns:a="http://schemas.openxmlformats.org/drawingml/2006/main" noGrp="1"/>
          </p:cNvSpPr>
          <p:nvPr/>
        </p:nvSpPr>
        <p:spPr>
          <a:xfrm xmlns:a="http://schemas.openxmlformats.org/drawingml/2006/main" rot="0">
            <a:off x="466725" y="4991100"/>
            <a:ext cx="47720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For S.4, S.5 &amp; S.6 students</a:t>
            </a:r>
          </a:p>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and school leavers</a:t>
            </a:r>
          </a:p>
        </p:txBody>
      </p:sp>
      <p:sp>
        <p:nvSpPr>
          <p:cNvPr id="97" name="Tutor credentials panel">
            <a:extLst xmlns:a="http://schemas.openxmlformats.org/drawingml/2006/main">
              <a:ext uri="{FF2B5EF4-FFF2-40B4-BE49-F238E27FC236}">
                <a16:creationId xmlns:a16="http://schemas.microsoft.com/office/drawing/2014/main" id="{8194A4E8-543F-4ADD-BD65-984C6261C6D8}"/>
              </a:ext>
            </a:extLst>
          </p:cNvPr>
          <p:cNvSpPr>
            <a:spLocks xmlns:a="http://schemas.openxmlformats.org/drawingml/2006/main" noGrp="1"/>
          </p:cNvSpPr>
          <p:nvPr/>
        </p:nvSpPr>
        <p:spPr>
          <a:xfrm xmlns:a="http://schemas.openxmlformats.org/drawingml/2006/main" rot="0">
            <a:off x="5810250" y="466725"/>
            <a:ext cx="3714750" cy="5353050"/>
          </a:xfrm>
          <a:prstGeom xmlns:a="http://schemas.openxmlformats.org/drawingml/2006/main" prst="roundRect">
            <a:avLst>
              <a:gd name="adj" fmla="val 3077"/>
            </a:avLst>
          </a:prstGeom>
          <a:solidFill xmlns:a="http://schemas.openxmlformats.org/drawingml/2006/main">
            <a:srgbClr val="002342"/>
          </a:solidFill>
          <a:ln xmlns:a="http://schemas.openxmlformats.org/drawingml/2006/main" w="0">
            <a:noFill/>
          </a:ln>
        </p:spPr>
      </p:sp>
      <p:sp>
        <p:nvSpPr>
          <p:cNvPr id="98" name="Tutor accent">
            <a:extLst xmlns:a="http://schemas.openxmlformats.org/drawingml/2006/main">
              <a:ext uri="{FF2B5EF4-FFF2-40B4-BE49-F238E27FC236}">
                <a16:creationId xmlns:a16="http://schemas.microsoft.com/office/drawing/2014/main" id="{E46ED4F2-4BC1-4A1C-AE03-F51C480646BA}"/>
              </a:ext>
            </a:extLst>
          </p:cNvPr>
          <p:cNvSpPr>
            <a:spLocks xmlns:a="http://schemas.openxmlformats.org/drawingml/2006/main" noGrp="1"/>
          </p:cNvSpPr>
          <p:nvPr/>
        </p:nvSpPr>
        <p:spPr>
          <a:xfrm xmlns:a="http://schemas.openxmlformats.org/drawingml/2006/main" rot="0">
            <a:off x="6038850" y="733425"/>
            <a:ext cx="438150" cy="47625"/>
          </a:xfrm>
          <a:prstGeom xmlns:a="http://schemas.openxmlformats.org/drawingml/2006/main" prst="rect">
            <a:avLst/>
          </a:prstGeom>
          <a:solidFill xmlns:a="http://schemas.openxmlformats.org/drawingml/2006/main">
            <a:srgbClr val="00B394"/>
          </a:solidFill>
          <a:ln xmlns:a="http://schemas.openxmlformats.org/drawingml/2006/main" w="0">
            <a:noFill/>
          </a:ln>
        </p:spPr>
      </p:sp>
      <p:sp>
        <p:nvSpPr>
          <p:cNvPr id="99" name="Tutor label">
            <a:extLst xmlns:a="http://schemas.openxmlformats.org/drawingml/2006/main">
              <a:ext uri="{FF2B5EF4-FFF2-40B4-BE49-F238E27FC236}">
                <a16:creationId xmlns:a16="http://schemas.microsoft.com/office/drawing/2014/main" id="{0CC20833-FEAA-4A89-BE6C-171BEB0E75E7}"/>
              </a:ext>
            </a:extLst>
          </p:cNvPr>
          <p:cNvSpPr>
            <a:spLocks xmlns:a="http://schemas.openxmlformats.org/drawingml/2006/main" noGrp="1"/>
          </p:cNvSpPr>
          <p:nvPr/>
        </p:nvSpPr>
        <p:spPr>
          <a:xfrm xmlns:a="http://schemas.openxmlformats.org/drawingml/2006/main" rot="0">
            <a:off x="6038850" y="9144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79E2DA"/>
                </a:solidFill>
                <a:latin typeface="Arial"/>
                <a:ea typeface="Arial"/>
                <a:cs typeface="Arial"/>
              </a:defRPr>
            </a:defPPr>
          </a:lstStyle>
          <a:p xmlns:a="http://schemas.openxmlformats.org/drawingml/2006/main">
            <a:pPr algn="l">
              <a:defRPr sz="1575" b="1">
                <a:solidFill>
                  <a:srgbClr val="79E2DA"/>
                </a:solidFill>
                <a:latin typeface="Arial"/>
                <a:ea typeface="Arial"/>
                <a:cs typeface="Arial"/>
              </a:defRPr>
            </a:pPr>
            <a:r>
              <a:rPr sz="1575" b="1">
                <a:solidFill>
                  <a:srgbClr val="79E2DA"/>
                </a:solidFill>
                <a:latin typeface="Arial"/>
                <a:ea typeface="Arial"/>
                <a:cs typeface="Arial"/>
              </a:rPr>
              <a:t>MAIN TUTOR</a:t>
            </a:r>
          </a:p>
        </p:txBody>
      </p:sp>
      <p:sp>
        <p:nvSpPr>
          <p:cNvPr id="100" name="Tutor name">
            <a:extLst xmlns:a="http://schemas.openxmlformats.org/drawingml/2006/main">
              <a:ext uri="{FF2B5EF4-FFF2-40B4-BE49-F238E27FC236}">
                <a16:creationId xmlns:a16="http://schemas.microsoft.com/office/drawing/2014/main" id="{86305CBA-EA68-414B-A6D6-414A9B666B77}"/>
              </a:ext>
            </a:extLst>
          </p:cNvPr>
          <p:cNvSpPr>
            <a:spLocks xmlns:a="http://schemas.openxmlformats.org/drawingml/2006/main" noGrp="1"/>
          </p:cNvSpPr>
          <p:nvPr/>
        </p:nvSpPr>
        <p:spPr>
          <a:xfrm xmlns:a="http://schemas.openxmlformats.org/drawingml/2006/main" rot="0">
            <a:off x="6038850" y="130492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Jotham</a:t>
            </a:r>
          </a:p>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Martin Wambi</a:t>
            </a:r>
          </a:p>
        </p:txBody>
      </p:sp>
      <p:sp>
        <p:nvSpPr>
          <p:cNvPr id="101" name="Tutor profession">
            <a:extLst xmlns:a="http://schemas.openxmlformats.org/drawingml/2006/main">
              <a:ext uri="{FF2B5EF4-FFF2-40B4-BE49-F238E27FC236}">
                <a16:creationId xmlns:a16="http://schemas.microsoft.com/office/drawing/2014/main" id="{EFBF263D-6722-490F-B99E-F0B018FEF843}"/>
              </a:ext>
            </a:extLst>
          </p:cNvPr>
          <p:cNvSpPr>
            <a:spLocks xmlns:a="http://schemas.openxmlformats.org/drawingml/2006/main" noGrp="1"/>
          </p:cNvSpPr>
          <p:nvPr/>
        </p:nvSpPr>
        <p:spPr>
          <a:xfrm xmlns:a="http://schemas.openxmlformats.org/drawingml/2006/main" rot="0">
            <a:off x="6038850" y="2266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Data Scientist &amp;</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ML/AI Engineer</a:t>
            </a:r>
          </a:p>
        </p:txBody>
      </p:sp>
      <p:sp>
        <p:nvSpPr>
          <p:cNvPr id="102" name="Credentials divider">
            <a:extLst xmlns:a="http://schemas.openxmlformats.org/drawingml/2006/main">
              <a:ext uri="{FF2B5EF4-FFF2-40B4-BE49-F238E27FC236}">
                <a16:creationId xmlns:a16="http://schemas.microsoft.com/office/drawing/2014/main" id="{2DFFE83E-772B-4E0D-90CE-C68D7A0CA22B}"/>
              </a:ext>
            </a:extLst>
          </p:cNvPr>
          <p:cNvSpPr>
            <a:spLocks xmlns:a="http://schemas.openxmlformats.org/drawingml/2006/main" noGrp="1"/>
          </p:cNvSpPr>
          <p:nvPr/>
        </p:nvSpPr>
        <p:spPr>
          <a:xfrm xmlns:a="http://schemas.openxmlformats.org/drawingml/2006/main" rot="0">
            <a:off x="6038850" y="3000375"/>
            <a:ext cx="3257550" cy="9525"/>
          </a:xfrm>
          <a:prstGeom xmlns:a="http://schemas.openxmlformats.org/drawingml/2006/main" prst="rect">
            <a:avLst/>
          </a:prstGeom>
          <a:solidFill xmlns:a="http://schemas.openxmlformats.org/drawingml/2006/main">
            <a:srgbClr val="497086"/>
          </a:solidFill>
          <a:ln xmlns:a="http://schemas.openxmlformats.org/drawingml/2006/main" w="0">
            <a:noFill/>
          </a:ln>
        </p:spPr>
      </p:sp>
      <p:sp>
        <p:nvSpPr>
          <p:cNvPr id="103" name="Lecturer label">
            <a:extLst xmlns:a="http://schemas.openxmlformats.org/drawingml/2006/main">
              <a:ext uri="{FF2B5EF4-FFF2-40B4-BE49-F238E27FC236}">
                <a16:creationId xmlns:a16="http://schemas.microsoft.com/office/drawing/2014/main" id="{6243BC06-F30B-4DDF-967C-5DFCEA4A5254}"/>
              </a:ext>
            </a:extLst>
          </p:cNvPr>
          <p:cNvSpPr>
            <a:spLocks xmlns:a="http://schemas.openxmlformats.org/drawingml/2006/main" noGrp="1"/>
          </p:cNvSpPr>
          <p:nvPr/>
        </p:nvSpPr>
        <p:spPr>
          <a:xfrm xmlns:a="http://schemas.openxmlformats.org/drawingml/2006/main" rot="0">
            <a:off x="6038850" y="32194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79E2DA"/>
                </a:solidFill>
                <a:latin typeface="Arial"/>
                <a:ea typeface="Arial"/>
                <a:cs typeface="Arial"/>
              </a:defRPr>
            </a:defPPr>
          </a:lstStyle>
          <a:p xmlns:a="http://schemas.openxmlformats.org/drawingml/2006/main">
            <a:pPr algn="l">
              <a:defRPr sz="1350" b="1">
                <a:solidFill>
                  <a:srgbClr val="79E2DA"/>
                </a:solidFill>
                <a:latin typeface="Arial"/>
                <a:ea typeface="Arial"/>
                <a:cs typeface="Arial"/>
              </a:defRPr>
            </a:pPr>
            <a:r>
              <a:rPr sz="1350" b="1">
                <a:solidFill>
                  <a:srgbClr val="79E2DA"/>
                </a:solidFill>
                <a:latin typeface="Arial"/>
                <a:ea typeface="Arial"/>
                <a:cs typeface="Arial"/>
              </a:rPr>
              <a:t>LECTURER</a:t>
            </a:r>
          </a:p>
        </p:txBody>
      </p:sp>
      <p:sp>
        <p:nvSpPr>
          <p:cNvPr id="104" name="Tutor institution">
            <a:extLst xmlns:a="http://schemas.openxmlformats.org/drawingml/2006/main">
              <a:ext uri="{FF2B5EF4-FFF2-40B4-BE49-F238E27FC236}">
                <a16:creationId xmlns:a16="http://schemas.microsoft.com/office/drawing/2014/main" id="{DA9AFF85-1362-4B39-9156-6632CC96D5AB}"/>
              </a:ext>
            </a:extLst>
          </p:cNvPr>
          <p:cNvSpPr>
            <a:spLocks xmlns:a="http://schemas.openxmlformats.org/drawingml/2006/main" noGrp="1"/>
          </p:cNvSpPr>
          <p:nvPr/>
        </p:nvSpPr>
        <p:spPr>
          <a:xfrm xmlns:a="http://schemas.openxmlformats.org/drawingml/2006/main" rot="0">
            <a:off x="6038850" y="3552825"/>
            <a:ext cx="3257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FFFFFF"/>
                </a:solidFill>
                <a:latin typeface="Arial"/>
                <a:ea typeface="Arial"/>
                <a:cs typeface="Arial"/>
              </a:defRPr>
            </a:def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AI &amp; Machine Learning</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International University</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of East Africa (IUEA)</a:t>
            </a:r>
          </a:p>
        </p:txBody>
      </p:sp>
      <p:sp>
        <p:nvSpPr>
          <p:cNvPr id="105" name="Masters credential">
            <a:extLst xmlns:a="http://schemas.openxmlformats.org/drawingml/2006/main">
              <a:ext uri="{FF2B5EF4-FFF2-40B4-BE49-F238E27FC236}">
                <a16:creationId xmlns:a16="http://schemas.microsoft.com/office/drawing/2014/main" id="{C61FB5DE-3D88-4B02-BA41-7A89CFC61AD2}"/>
              </a:ext>
            </a:extLst>
          </p:cNvPr>
          <p:cNvSpPr>
            <a:spLocks xmlns:a="http://schemas.openxmlformats.org/drawingml/2006/main" noGrp="1"/>
          </p:cNvSpPr>
          <p:nvPr/>
        </p:nvSpPr>
        <p:spPr>
          <a:xfrm xmlns:a="http://schemas.openxmlformats.org/drawingml/2006/main" rot="0">
            <a:off x="6038850" y="4533900"/>
            <a:ext cx="3257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Master’s — Yamaguchi</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University, Japan</a:t>
            </a:r>
          </a:p>
        </p:txBody>
      </p:sp>
      <p:sp>
        <p:nvSpPr>
          <p:cNvPr id="106" name="Doctoral credential">
            <a:extLst xmlns:a="http://schemas.openxmlformats.org/drawingml/2006/main">
              <a:ext uri="{FF2B5EF4-FFF2-40B4-BE49-F238E27FC236}">
                <a16:creationId xmlns:a16="http://schemas.microsoft.com/office/drawing/2014/main" id="{348BE95C-55DC-4E23-929B-94D291A4800F}"/>
              </a:ext>
            </a:extLst>
          </p:cNvPr>
          <p:cNvSpPr>
            <a:spLocks xmlns:a="http://schemas.openxmlformats.org/drawingml/2006/main" noGrp="1"/>
          </p:cNvSpPr>
          <p:nvPr/>
        </p:nvSpPr>
        <p:spPr>
          <a:xfrm xmlns:a="http://schemas.openxmlformats.org/drawingml/2006/main" rot="0">
            <a:off x="6038850" y="5210175"/>
            <a:ext cx="3257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FFFFFF"/>
                </a:solidFill>
                <a:latin typeface="Arial"/>
                <a:ea typeface="Arial"/>
                <a:cs typeface="Arial"/>
              </a:defRPr>
            </a:def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Incoming PhD student</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OMU, Japan</a:t>
            </a:r>
          </a:p>
        </p:txBody>
      </p:sp>
      <p:sp>
        <p:nvSpPr>
          <p:cNvPr id="107" name="Enquiries label">
            <a:extLst xmlns:a="http://schemas.openxmlformats.org/drawingml/2006/main">
              <a:ext uri="{FF2B5EF4-FFF2-40B4-BE49-F238E27FC236}">
                <a16:creationId xmlns:a16="http://schemas.microsoft.com/office/drawing/2014/main" id="{B2BF6B33-FB5C-4635-807A-450D8DA52AB8}"/>
              </a:ext>
            </a:extLst>
          </p:cNvPr>
          <p:cNvSpPr>
            <a:spLocks xmlns:a="http://schemas.openxmlformats.org/drawingml/2006/main" noGrp="1"/>
          </p:cNvSpPr>
          <p:nvPr/>
        </p:nvSpPr>
        <p:spPr>
          <a:xfrm xmlns:a="http://schemas.openxmlformats.org/drawingml/2006/main" rot="0">
            <a:off x="5086350" y="14601825"/>
            <a:ext cx="2724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0">
                <a:solidFill>
                  <a:srgbClr val="FFFFFF"/>
                </a:solidFill>
                <a:latin typeface="Arial Narrow"/>
                <a:ea typeface="Arial Narrow"/>
                <a:cs typeface="Arial Narrow"/>
              </a:defRPr>
            </a:defPPr>
          </a:lstStyle>
          <a:p xmlns:a="http://schemas.openxmlformats.org/drawingml/2006/main">
            <a:pPr algn="ctr">
              <a:defRPr sz="1575" b="0">
                <a:solidFill>
                  <a:srgbClr val="FFFFFF"/>
                </a:solidFill>
                <a:latin typeface="Arial Narrow"/>
                <a:ea typeface="Arial Narrow"/>
                <a:cs typeface="Arial Narrow"/>
              </a:defRPr>
            </a:pPr>
            <a:r>
              <a:rPr sz="1575" b="0">
                <a:solidFill>
                  <a:srgbClr val="FFFFFF"/>
                </a:solidFill>
                <a:latin typeface="Arial Narrow"/>
                <a:ea typeface="Arial Narrow"/>
                <a:cs typeface="Arial Narrow"/>
              </a:rPr>
              <a:t>Calls &amp; WhatsApp enquiries</a:t>
            </a:r>
          </a:p>
        </p:txBody>
      </p:sp>
    </p:spTree>
    <p:extLst>
      <p:ext uri="{BB962C8B-B14F-4D97-AF65-F5344CB8AC3E}">
        <p14:creationId xmlns:p14="http://schemas.microsoft.com/office/powerpoint/2010/main" val="1688588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2026-10-04T19:37:47.9580000Z</dcterms:created>
  <dcterms:modified xsi:type="dcterms:W3CDTF">2026-10-04T19:37:47.9580000Z</dcterms:modified>
</coreProperties>
</file>