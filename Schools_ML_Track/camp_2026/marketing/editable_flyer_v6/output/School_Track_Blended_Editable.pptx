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9373782b59488b" /><Relationship Type="http://schemas.openxmlformats.org/officeDocument/2006/relationships/extended-properties" Target="/docProps/app.xml" Id="R68f22b6d981b41a3" /><Relationship Type="http://schemas.openxmlformats.org/officeDocument/2006/relationships/officeDocument" Target="/ppt/presentation.xml" Id="R77cd842bfc3a42ed" /></Relationships>
</file>

<file path=ppt/presentation.xml><?xml version="1.0" encoding="utf-8"?>
<p:presentation xmlns:p="http://schemas.openxmlformats.org/presentationml/2006/main">
  <p:sldMasterIdLst>
    <p:sldMasterId xmlns:r="http://schemas.openxmlformats.org/officeDocument/2006/relationships" id="2147483648" r:id="Rd45303b5cb224a4e"/>
  </p:sldMasterIdLst>
  <p:notesMasterIdLst>
    <p:notesMasterId xmlns:r="http://schemas.openxmlformats.org/officeDocument/2006/relationships" r:id="Raa9d4d383b14441f"/>
  </p:notesMasterIdLst>
  <p:sldIdLst>
    <p:sldId xmlns:r="http://schemas.openxmlformats.org/officeDocument/2006/relationships" id="256" r:id="R54e503ee38514afd"/>
  </p:sldIdLst>
  <p:sldSz cx="9753600" cy="18821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5538991d9748a7" /><Relationship Type="http://schemas.openxmlformats.org/officeDocument/2006/relationships/slideMaster" Target="/ppt/slideMasters/slideMaster1.xml" Id="Rd45303b5cb224a4e" /><Relationship Type="http://schemas.openxmlformats.org/officeDocument/2006/relationships/notesMaster" Target="/ppt/notesMasters/notesMaster1.xml" Id="Raa9d4d383b14441f" /><Relationship Type="http://schemas.openxmlformats.org/officeDocument/2006/relationships/presProps" Target="/ppt/presProps.xml" Id="R065dbe88f23f41ba" /><Relationship Type="http://schemas.openxmlformats.org/officeDocument/2006/relationships/tableStyles" Target="/ppt/tableStyles.xml" Id="Rf72853cba43c4ea7" /><Relationship Type="http://schemas.openxmlformats.org/officeDocument/2006/relationships/slide" Target="/ppt/slides/slide1.xml" Id="R54e503ee38514a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050738987046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e68db89f03460a" /><Relationship Type="http://schemas.openxmlformats.org/officeDocument/2006/relationships/notesMaster" Target="/ppt/notesMasters/notesMaster1.xml" Id="Rbf3822338dde4d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1e5fd2876a48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36f44eb69348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a76f3af19b42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386c104ce946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8654a84fe842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bce4be14054a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6758E1C-BE43-4D49-A230-FB5B0BFA829F}"/>
              </a:ext>
            </a:extLst>
          </p:cNvPr>
          <p:cNvSpPr>
            <a:spLocks xmlns:a="http://schemas.openxmlformats.org/drawingml/2006/main" noGrp="1"/>
          </p:cNvSpPr>
          <p:nvPr/>
        </p:nvSpPr>
        <p:spPr>
          <a:xfrm xmlns:a="http://schemas.openxmlformats.org/drawingml/2006/main">
            <a:off x="4632960" y="606467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69A0113-10CB-4163-842E-94A67D720D99}"/>
              </a:ext>
            </a:extLst>
          </p:cNvPr>
          <p:cNvSpPr>
            <a:spLocks xmlns:a="http://schemas.openxmlformats.org/drawingml/2006/main" noGrp="1"/>
          </p:cNvSpPr>
          <p:nvPr>
            <p:ph type="title" idx="0"/>
          </p:nvPr>
        </p:nvSpPr>
        <p:spPr>
          <a:xfrm xmlns:a="http://schemas.openxmlformats.org/drawingml/2006/main">
            <a:off x="975360" y="7110307"/>
            <a:ext cx="7802880" cy="2718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5E09A1D-EB27-46D9-BA7B-77759FA4256B}"/>
              </a:ext>
            </a:extLst>
          </p:cNvPr>
          <p:cNvSpPr>
            <a:spLocks xmlns:a="http://schemas.openxmlformats.org/drawingml/2006/main" noGrp="1"/>
          </p:cNvSpPr>
          <p:nvPr>
            <p:ph type="subTitle" idx="1"/>
          </p:nvPr>
        </p:nvSpPr>
        <p:spPr>
          <a:xfrm xmlns:a="http://schemas.openxmlformats.org/drawingml/2006/main">
            <a:off x="1463040" y="10351770"/>
            <a:ext cx="6827520" cy="20912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C089F137-1B4C-45B3-B3E4-E1489395DD19}"/>
              </a:ext>
            </a:extLst>
          </p:cNvPr>
          <p:cNvSpPr>
            <a:spLocks xmlns:a="http://schemas.openxmlformats.org/drawingml/2006/main" noGrp="1"/>
          </p:cNvSpPr>
          <p:nvPr/>
        </p:nvSpPr>
        <p:spPr>
          <a:xfrm xmlns:a="http://schemas.openxmlformats.org/drawingml/2006/main">
            <a:off x="4632960" y="6796617"/>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553F282-5979-4983-8E5C-BED7B9282F47}"/>
              </a:ext>
            </a:extLst>
          </p:cNvPr>
          <p:cNvSpPr>
            <a:spLocks xmlns:a="http://schemas.openxmlformats.org/drawingml/2006/main" noGrp="1"/>
          </p:cNvSpPr>
          <p:nvPr>
            <p:ph type="title" idx="0"/>
          </p:nvPr>
        </p:nvSpPr>
        <p:spPr>
          <a:xfrm xmlns:a="http://schemas.openxmlformats.org/drawingml/2006/main">
            <a:off x="975360" y="7842250"/>
            <a:ext cx="7802880" cy="3136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9B1109E-A63C-4C65-9AAE-132E620FC73C}"/>
              </a:ext>
            </a:extLst>
          </p:cNvPr>
          <p:cNvSpPr>
            <a:spLocks xmlns:a="http://schemas.openxmlformats.org/drawingml/2006/main" noGrp="1"/>
          </p:cNvSpPr>
          <p:nvPr/>
        </p:nvSpPr>
        <p:spPr>
          <a:xfrm xmlns:a="http://schemas.openxmlformats.org/drawingml/2006/main">
            <a:off x="548640" y="418253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97523E1-D263-494C-8E12-32CB0BBCEAD9}"/>
              </a:ext>
            </a:extLst>
          </p:cNvPr>
          <p:cNvSpPr>
            <a:spLocks xmlns:a="http://schemas.openxmlformats.org/drawingml/2006/main" noGrp="1"/>
          </p:cNvSpPr>
          <p:nvPr>
            <p:ph type="title" idx="0"/>
          </p:nvPr>
        </p:nvSpPr>
        <p:spPr>
          <a:xfrm xmlns:a="http://schemas.openxmlformats.org/drawingml/2006/main">
            <a:off x="548640" y="1463887"/>
            <a:ext cx="8656320" cy="23003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E3F9014-0CF8-4B73-A18C-60DE46ADD55E}"/>
              </a:ext>
            </a:extLst>
          </p:cNvPr>
          <p:cNvSpPr>
            <a:spLocks xmlns:a="http://schemas.openxmlformats.org/drawingml/2006/main" noGrp="1"/>
          </p:cNvSpPr>
          <p:nvPr>
            <p:ph type="body" idx="1"/>
          </p:nvPr>
        </p:nvSpPr>
        <p:spPr>
          <a:xfrm xmlns:a="http://schemas.openxmlformats.org/drawingml/2006/main">
            <a:off x="548640" y="5228167"/>
            <a:ext cx="865632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79D5BC3-CF58-4AFE-A0A5-223C4071629E}"/>
              </a:ext>
            </a:extLst>
          </p:cNvPr>
          <p:cNvSpPr>
            <a:spLocks xmlns:a="http://schemas.openxmlformats.org/drawingml/2006/main" noGrp="1"/>
          </p:cNvSpPr>
          <p:nvPr/>
        </p:nvSpPr>
        <p:spPr>
          <a:xfrm xmlns:a="http://schemas.openxmlformats.org/drawingml/2006/main">
            <a:off x="548640" y="418253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8BE443C-497C-403A-ADAC-EFFCF34654F1}"/>
              </a:ext>
            </a:extLst>
          </p:cNvPr>
          <p:cNvSpPr>
            <a:spLocks xmlns:a="http://schemas.openxmlformats.org/drawingml/2006/main" noGrp="1"/>
          </p:cNvSpPr>
          <p:nvPr>
            <p:ph type="title" idx="0"/>
          </p:nvPr>
        </p:nvSpPr>
        <p:spPr>
          <a:xfrm xmlns:a="http://schemas.openxmlformats.org/drawingml/2006/main">
            <a:off x="548640" y="1463887"/>
            <a:ext cx="8656320" cy="23003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5790332-66F8-47F1-BC7F-8070DE7B0D7E}"/>
              </a:ext>
            </a:extLst>
          </p:cNvPr>
          <p:cNvSpPr>
            <a:spLocks xmlns:a="http://schemas.openxmlformats.org/drawingml/2006/main" noGrp="1"/>
          </p:cNvSpPr>
          <p:nvPr>
            <p:ph type="body" idx="1"/>
          </p:nvPr>
        </p:nvSpPr>
        <p:spPr>
          <a:xfrm xmlns:a="http://schemas.openxmlformats.org/drawingml/2006/main">
            <a:off x="548640" y="5228167"/>
            <a:ext cx="402336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377E779-CB01-4E6F-9993-FCB33AD4567D}"/>
              </a:ext>
            </a:extLst>
          </p:cNvPr>
          <p:cNvSpPr>
            <a:spLocks xmlns:a="http://schemas.openxmlformats.org/drawingml/2006/main" noGrp="1"/>
          </p:cNvSpPr>
          <p:nvPr>
            <p:ph type="body" idx="2"/>
          </p:nvPr>
        </p:nvSpPr>
        <p:spPr>
          <a:xfrm xmlns:a="http://schemas.openxmlformats.org/drawingml/2006/main">
            <a:off x="5181600" y="5228167"/>
            <a:ext cx="402336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F476CC5-A7DC-4E46-BA7A-B0C4E20DDF05}"/>
              </a:ext>
            </a:extLst>
          </p:cNvPr>
          <p:cNvSpPr>
            <a:spLocks xmlns:a="http://schemas.openxmlformats.org/drawingml/2006/main" noGrp="1"/>
          </p:cNvSpPr>
          <p:nvPr/>
        </p:nvSpPr>
        <p:spPr>
          <a:xfrm xmlns:a="http://schemas.openxmlformats.org/drawingml/2006/main">
            <a:off x="548640" y="418253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7E98507-1B92-4BC8-A8CC-1D374A4CC7DE}"/>
              </a:ext>
            </a:extLst>
          </p:cNvPr>
          <p:cNvSpPr>
            <a:spLocks xmlns:a="http://schemas.openxmlformats.org/drawingml/2006/main" noGrp="1"/>
          </p:cNvSpPr>
          <p:nvPr>
            <p:ph type="title" idx="0"/>
          </p:nvPr>
        </p:nvSpPr>
        <p:spPr>
          <a:xfrm xmlns:a="http://schemas.openxmlformats.org/drawingml/2006/main">
            <a:off x="548640" y="1463887"/>
            <a:ext cx="8656320" cy="23003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701D632-4448-4F44-B716-885384FFDEA1}"/>
              </a:ext>
            </a:extLst>
          </p:cNvPr>
          <p:cNvSpPr>
            <a:spLocks xmlns:a="http://schemas.openxmlformats.org/drawingml/2006/main" noGrp="1"/>
          </p:cNvSpPr>
          <p:nvPr>
            <p:ph type="body" idx="1"/>
          </p:nvPr>
        </p:nvSpPr>
        <p:spPr>
          <a:xfrm xmlns:a="http://schemas.openxmlformats.org/drawingml/2006/main">
            <a:off x="548640" y="5228167"/>
            <a:ext cx="402336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996373fa8f4d62" /><Relationship Type="http://schemas.openxmlformats.org/officeDocument/2006/relationships/slideLayout" Target="/ppt/slideLayouts/slideLayout1.xml" Id="Rbd47f479b95646d9" /><Relationship Type="http://schemas.openxmlformats.org/officeDocument/2006/relationships/slideLayout" Target="/ppt/slideLayouts/slideLayout2.xml" Id="R298ecf90885b4594" /><Relationship Type="http://schemas.openxmlformats.org/officeDocument/2006/relationships/slideLayout" Target="/ppt/slideLayouts/slideLayout3.xml" Id="R42484d7bba054d90" /><Relationship Type="http://schemas.openxmlformats.org/officeDocument/2006/relationships/slideLayout" Target="/ppt/slideLayouts/slideLayout4.xml" Id="R5a9c6b9aa6cb4900" /><Relationship Type="http://schemas.openxmlformats.org/officeDocument/2006/relationships/slideLayout" Target="/ppt/slideLayouts/slideLayout5.xml" Id="R23cf8b7168de49c0" /><Relationship Type="http://schemas.openxmlformats.org/officeDocument/2006/relationships/slideLayout" Target="/ppt/slideLayouts/slideLayout6.xml" Id="R1d780522019247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47f479b95646d9"/>
    <p:sldLayoutId xmlns:r="http://schemas.openxmlformats.org/officeDocument/2006/relationships" id="2147483650" r:id="R298ecf90885b4594"/>
    <p:sldLayoutId xmlns:r="http://schemas.openxmlformats.org/officeDocument/2006/relationships" id="2147483651" r:id="R42484d7bba054d90"/>
    <p:sldLayoutId xmlns:r="http://schemas.openxmlformats.org/officeDocument/2006/relationships" id="2147483652" r:id="R5a9c6b9aa6cb4900"/>
    <p:sldLayoutId xmlns:r="http://schemas.openxmlformats.org/officeDocument/2006/relationships" id="2147483653" r:id="R23cf8b7168de49c0"/>
    <p:sldLayoutId xmlns:r="http://schemas.openxmlformats.org/officeDocument/2006/relationships" id="2147483654" r:id="R1d780522019247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5a6a2d801d41c0" /><Relationship Type="http://schemas.openxmlformats.org/officeDocument/2006/relationships/image" Target="/ppt/media/image.png" Id="Rec774503a77d4fe5" /><Relationship Type="http://schemas.openxmlformats.org/officeDocument/2006/relationships/image" Target="/ppt/media/image2.png" Id="Rc792cd6cc0a94139" /><Relationship Type="http://schemas.openxmlformats.org/officeDocument/2006/relationships/image" Target="/ppt/media/image3.png" Id="R9e73593a1e604654" /><Relationship Type="http://schemas.openxmlformats.org/officeDocument/2006/relationships/image" Target="/ppt/media/image4.png" Id="R4ff86d53579d4491" /><Relationship Type="http://schemas.openxmlformats.org/officeDocument/2006/relationships/image" Target="/ppt/media/image5.png" Id="Rdbc65bd6b1dd4ace" /><Relationship Type="http://schemas.openxmlformats.org/officeDocument/2006/relationships/image" Target="/ppt/media/image6.png" Id="Rfa21ea83da0e41b5" /><Relationship Type="http://schemas.openxmlformats.org/officeDocument/2006/relationships/image" Target="/ppt/media/image7.png" Id="Rdadf7eb1925c4743" /><Relationship Type="http://schemas.openxmlformats.org/officeDocument/2006/relationships/image" Target="/ppt/media/image8.png" Id="Rd0a9f761c9b64e89" /><Relationship Type="http://schemas.openxmlformats.org/officeDocument/2006/relationships/image" Target="/ppt/media/image9.png" Id="R040f7e5d618745ad" /><Relationship Type="http://schemas.openxmlformats.org/officeDocument/2006/relationships/image" Target="/ppt/media/image10.png" Id="Reaf33aaa5d174ba2" /><Relationship Type="http://schemas.openxmlformats.org/officeDocument/2006/relationships/image" Target="/ppt/media/image11.png" Id="R4c8bb9a2c76746b2" /><Relationship Type="http://schemas.openxmlformats.org/officeDocument/2006/relationships/image" Target="/ppt/media/image12.png" Id="R154ed969c3c24017" /><Relationship Type="http://schemas.openxmlformats.org/officeDocument/2006/relationships/image" Target="/ppt/media/image13.png" Id="R70c2671fc47c4714" /><Relationship Type="http://schemas.openxmlformats.org/officeDocument/2006/relationships/image" Target="/ppt/media/image14.png" Id="R3d18cd3284a94457" /><Relationship Type="http://schemas.openxmlformats.org/officeDocument/2006/relationships/image" Target="/ppt/media/image15.png" Id="R335e7293893d4e3b" /><Relationship Type="http://schemas.openxmlformats.org/officeDocument/2006/relationships/image" Target="/ppt/media/image16.png" Id="R3e032c74a7e44bc4" /><Relationship Type="http://schemas.openxmlformats.org/officeDocument/2006/relationships/image" Target="/ppt/media/image17.png" Id="Rd515b5668b1549fd" /><Relationship Type="http://schemas.openxmlformats.org/officeDocument/2006/relationships/image" Target="/ppt/media/image18.png" Id="R4903de1d347f44fa" /><Relationship Type="http://schemas.openxmlformats.org/officeDocument/2006/relationships/image" Target="/ppt/media/image19.png" Id="Rff0e95db71a94b87" /><Relationship Type="http://schemas.openxmlformats.org/officeDocument/2006/relationships/image" Target="/ppt/media/image20.png" Id="R8d11c93b537045db" /><Relationship Type="http://schemas.openxmlformats.org/officeDocument/2006/relationships/image" Target="/ppt/media/image21.png" Id="Rf9034163e5b04ed3" /><Relationship Type="http://schemas.openxmlformats.org/officeDocument/2006/relationships/image" Target="/ppt/media/image22.png" Id="R4cd38e02ed0c4192" /><Relationship Type="http://schemas.openxmlformats.org/officeDocument/2006/relationships/image" Target="/ppt/media/image23.png" Id="R98aea7ae7a854772" /><Relationship Type="http://schemas.openxmlformats.org/officeDocument/2006/relationships/image" Target="/ppt/media/image24.png" Id="Rd437ba5c79dc4b70" /><Relationship Type="http://schemas.openxmlformats.org/officeDocument/2006/relationships/image" Target="/ppt/media/image25.png" Id="R03c13d8d05dd42de" /><Relationship Type="http://schemas.openxmlformats.org/officeDocument/2006/relationships/image" Target="/ppt/media/image26.png" Id="R124a815ff52745ec" /><Relationship Type="http://schemas.openxmlformats.org/officeDocument/2006/relationships/image" Target="/ppt/media/image27.png" Id="R94a4f5fba13d4c2f" /><Relationship Type="http://schemas.openxmlformats.org/officeDocument/2006/relationships/image" Target="/ppt/media/image28.png" Id="Red00ef2e11d34305" /><Relationship Type="http://schemas.openxmlformats.org/officeDocument/2006/relationships/image" Target="/ppt/media/image29.png" Id="R7ffbbc36bbfd4ba0" /><Relationship Type="http://schemas.openxmlformats.org/officeDocument/2006/relationships/image" Target="/ppt/media/image30.png" Id="R55cf0ad4f59c4ae0" /><Relationship Type="http://schemas.openxmlformats.org/officeDocument/2006/relationships/image" Target="/ppt/media/image31.png" Id="Rf4379b0efbcd4e48" /><Relationship Type="http://schemas.openxmlformats.org/officeDocument/2006/relationships/image" Target="/ppt/media/image32.png" Id="R55fb3309bb95467c" /><Relationship Type="http://schemas.openxmlformats.org/officeDocument/2006/relationships/image" Target="/ppt/media/image33.png" Id="Rc523363106b24c95" /><Relationship Type="http://schemas.openxmlformats.org/officeDocument/2006/relationships/image" Target="/ppt/media/image34.png" Id="Rcfce79a2fe2b4df0" /><Relationship Type="http://schemas.openxmlformats.org/officeDocument/2006/relationships/image" Target="/ppt/media/image35.png" Id="R0400769ba1f341eb" /><Relationship Type="http://schemas.openxmlformats.org/officeDocument/2006/relationships/notesSlide" Target="/ppt/notesSlides/notesSlide1.xml" Id="R96790678221e46f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7" name=""/>
          <p:cNvPicPr>
            <a:picLocks xmlns:a="http://schemas.openxmlformats.org/drawingml/2006/main" noChangeAspect="1"/>
          </p:cNvPicPr>
          <p:nvPr/>
        </p:nvPicPr>
        <p:blipFill>
          <a:blip xmlns:r="http://schemas.openxmlformats.org/officeDocument/2006/relationships" xmlns:a="http://schemas.openxmlformats.org/drawingml/2006/main" r:embed="Rec774503a77d4fe5"/>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c792cd6cc0a94139"/>
          <a:stretch xmlns:a="http://schemas.openxmlformats.org/drawingml/2006/main"/>
        </p:blipFill>
        <p:spPr>
          <a:xfrm xmlns:a="http://schemas.openxmlformats.org/drawingml/2006/main">
            <a:off x="0" y="15430500"/>
            <a:ext cx="9753600" cy="3390900"/>
          </a:xfrm>
          <a:prstGeom xmlns:a="http://schemas.openxmlformats.org/drawingml/2006/main" prst="rect">
            <a:avLst/>
          </a:prstGeom>
        </p:spPr>
      </p:pic>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9e73593a1e604654"/>
          <a:stretch xmlns:a="http://schemas.openxmlformats.org/drawingml/2006/main"/>
        </p:blipFill>
        <p:spPr>
          <a:xfrm xmlns:a="http://schemas.openxmlformats.org/drawingml/2006/main">
            <a:off x="0" y="15430500"/>
            <a:ext cx="9753600" cy="3390900"/>
          </a:xfrm>
          <a:prstGeom xmlns:a="http://schemas.openxmlformats.org/drawingml/2006/main" prst="rect">
            <a:avLst/>
          </a:prstGeom>
        </p:spPr>
      </p:pic>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4ff86d53579d4491"/>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5" name="Intake">
            <a:extLst xmlns:a="http://schemas.openxmlformats.org/drawingml/2006/main">
              <a:ext uri="{FF2B5EF4-FFF2-40B4-BE49-F238E27FC236}">
                <a16:creationId xmlns:a16="http://schemas.microsoft.com/office/drawing/2014/main" id="{9DEE435F-CC4C-49BC-89D8-C9EEE0DF77D0}"/>
              </a:ext>
            </a:extLst>
          </p:cNvPr>
          <p:cNvSpPr>
            <a:spLocks xmlns:a="http://schemas.openxmlformats.org/drawingml/2006/main" noGrp="1"/>
          </p:cNvSpPr>
          <p:nvPr/>
        </p:nvSpPr>
        <p:spPr>
          <a:xfrm xmlns:a="http://schemas.openxmlformats.org/drawingml/2006/main" rot="0">
            <a:off x="400050" y="428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00496A"/>
                </a:solidFill>
                <a:latin typeface="Arial"/>
                <a:ea typeface="Arial"/>
                <a:cs typeface="Arial"/>
              </a:defRPr>
            </a:pPr>
            <a:r>
              <a:rPr sz="1875" b="0">
                <a:solidFill>
                  <a:srgbClr val="00496A"/>
                </a:solidFill>
                <a:latin typeface="Arial"/>
                <a:ea typeface="Arial"/>
                <a:cs typeface="Arial"/>
              </a:rPr>
              <a:t>D E C E M B E R   2 0 2 6   I N T A K E</a:t>
            </a:r>
          </a:p>
        </p:txBody>
      </p:sp>
      <p:sp>
        <p:nvSpPr>
          <p:cNvPr id="6" name="Holiday title">
            <a:extLst xmlns:a="http://schemas.openxmlformats.org/drawingml/2006/main">
              <a:ext uri="{FF2B5EF4-FFF2-40B4-BE49-F238E27FC236}">
                <a16:creationId xmlns:a16="http://schemas.microsoft.com/office/drawing/2014/main" id="{05C4D376-38F8-4089-AA02-F2286DB96C20}"/>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7" name="Data title">
            <a:extLst xmlns:a="http://schemas.openxmlformats.org/drawingml/2006/main">
              <a:ext uri="{FF2B5EF4-FFF2-40B4-BE49-F238E27FC236}">
                <a16:creationId xmlns:a16="http://schemas.microsoft.com/office/drawing/2014/main" id="{65C4318A-164D-48B1-8E2A-774CD2E0BE53}"/>
              </a:ext>
            </a:extLst>
          </p:cNvPr>
          <p:cNvSpPr>
            <a:spLocks xmlns:a="http://schemas.openxmlformats.org/drawingml/2006/main" noGrp="1"/>
          </p:cNvSpPr>
          <p:nvPr/>
        </p:nvSpPr>
        <p:spPr>
          <a:xfrm xmlns:a="http://schemas.openxmlformats.org/drawingml/2006/main" rot="0">
            <a:off x="342900" y="1676400"/>
            <a:ext cx="30003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8" name="Ampersand">
            <a:extLst xmlns:a="http://schemas.openxmlformats.org/drawingml/2006/main">
              <a:ext uri="{FF2B5EF4-FFF2-40B4-BE49-F238E27FC236}">
                <a16:creationId xmlns:a16="http://schemas.microsoft.com/office/drawing/2014/main" id="{42314772-D523-473A-AC3F-A8E712533A28}"/>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9" name="AI title">
            <a:extLst xmlns:a="http://schemas.openxmlformats.org/drawingml/2006/main">
              <a:ext uri="{FF2B5EF4-FFF2-40B4-BE49-F238E27FC236}">
                <a16:creationId xmlns:a16="http://schemas.microsoft.com/office/drawing/2014/main" id="{642C9A5B-2F81-4C85-9870-34CC85CB31A1}"/>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10" name="Camp title">
            <a:extLst xmlns:a="http://schemas.openxmlformats.org/drawingml/2006/main">
              <a:ext uri="{FF2B5EF4-FFF2-40B4-BE49-F238E27FC236}">
                <a16:creationId xmlns:a16="http://schemas.microsoft.com/office/drawing/2014/main" id="{A20AD78C-894A-4A08-BAA3-3CDB83B638DF}"/>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11" name="Promise line one">
            <a:extLst xmlns:a="http://schemas.openxmlformats.org/drawingml/2006/main">
              <a:ext uri="{FF2B5EF4-FFF2-40B4-BE49-F238E27FC236}">
                <a16:creationId xmlns:a16="http://schemas.microsoft.com/office/drawing/2014/main" id="{02782963-7E2D-4031-A5A3-85AE85268CA4}"/>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Practical skills. Real projects.</a:t>
            </a:r>
          </a:p>
        </p:txBody>
      </p:sp>
      <p:sp>
        <p:nvSpPr>
          <p:cNvPr id="12" name="Promise line two">
            <a:extLst xmlns:a="http://schemas.openxmlformats.org/drawingml/2006/main">
              <a:ext uri="{FF2B5EF4-FFF2-40B4-BE49-F238E27FC236}">
                <a16:creationId xmlns:a16="http://schemas.microsoft.com/office/drawing/2014/main" id="{59EBB2F1-71E5-481D-B83D-55CA7FB99EEF}"/>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Greater opportunities.</a:t>
            </a:r>
          </a:p>
        </p:txBody>
      </p:sp>
      <p:sp>
        <p:nvSpPr>
          <p:cNvPr id="13" name="Middle slogan line one">
            <a:extLst xmlns:a="http://schemas.openxmlformats.org/drawingml/2006/main">
              <a:ext uri="{FF2B5EF4-FFF2-40B4-BE49-F238E27FC236}">
                <a16:creationId xmlns:a16="http://schemas.microsoft.com/office/drawing/2014/main" id="{FA3DCEBE-7B92-4398-9895-0FA13C02C6E3}"/>
              </a:ext>
            </a:extLst>
          </p:cNvPr>
          <p:cNvSpPr>
            <a:spLocks xmlns:a="http://schemas.openxmlformats.org/drawingml/2006/main" noGrp="1"/>
          </p:cNvSpPr>
          <p:nvPr/>
        </p:nvSpPr>
        <p:spPr>
          <a:xfrm xmlns:a="http://schemas.openxmlformats.org/drawingml/2006/main" rot="-360000">
            <a:off x="419100" y="4876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0034C5"/>
                </a:solidFill>
                <a:latin typeface="Caveat"/>
                <a:ea typeface="Caveat"/>
                <a:cs typeface="Caveat"/>
              </a:defRPr>
            </a:pPr>
            <a:r>
              <a:rPr sz="3225" b="1">
                <a:solidFill>
                  <a:srgbClr val="0034C5"/>
                </a:solidFill>
                <a:latin typeface="Caveat"/>
                <a:ea typeface="Caveat"/>
                <a:cs typeface="Caveat"/>
              </a:rPr>
              <a:t>Skills today.</a:t>
            </a:r>
          </a:p>
        </p:txBody>
      </p:sp>
      <p:sp>
        <p:nvSpPr>
          <p:cNvPr id="14" name="Middle slogan line two">
            <a:extLst xmlns:a="http://schemas.openxmlformats.org/drawingml/2006/main">
              <a:ext uri="{FF2B5EF4-FFF2-40B4-BE49-F238E27FC236}">
                <a16:creationId xmlns:a16="http://schemas.microsoft.com/office/drawing/2014/main" id="{3E0614DB-C29F-4F1B-B6ED-7A9D24EF585D}"/>
              </a:ext>
            </a:extLst>
          </p:cNvPr>
          <p:cNvSpPr>
            <a:spLocks xmlns:a="http://schemas.openxmlformats.org/drawingml/2006/main" noGrp="1"/>
          </p:cNvSpPr>
          <p:nvPr/>
        </p:nvSpPr>
        <p:spPr>
          <a:xfrm xmlns:a="http://schemas.openxmlformats.org/drawingml/2006/main" rot="-360000">
            <a:off x="466725" y="5210175"/>
            <a:ext cx="378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0034C5"/>
                </a:solidFill>
                <a:latin typeface="Caveat"/>
                <a:ea typeface="Caveat"/>
                <a:cs typeface="Caveat"/>
              </a:defRPr>
            </a:pPr>
            <a:r>
              <a:rPr sz="2625" b="1">
                <a:solidFill>
                  <a:srgbClr val="0034C5"/>
                </a:solidFill>
                <a:latin typeface="Caveat"/>
                <a:ea typeface="Caveat"/>
                <a:cs typeface="Caveat"/>
              </a:rPr>
              <a:t>Greater opportunities tomorrow.</a:t>
            </a:r>
          </a:p>
        </p:txBody>
      </p:sp>
      <p:sp>
        <p:nvSpPr>
          <p:cNvPr id="15" name="Central white sheet">
            <a:extLst xmlns:a="http://schemas.openxmlformats.org/drawingml/2006/main">
              <a:ext uri="{FF2B5EF4-FFF2-40B4-BE49-F238E27FC236}">
                <a16:creationId xmlns:a16="http://schemas.microsoft.com/office/drawing/2014/main" id="{42AD06AD-6986-4EA7-AA08-664810CF4B29}"/>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6" name="Data Analysis panel">
            <a:extLst xmlns:a="http://schemas.openxmlformats.org/drawingml/2006/main">
              <a:ext uri="{FF2B5EF4-FFF2-40B4-BE49-F238E27FC236}">
                <a16:creationId xmlns:a16="http://schemas.microsoft.com/office/drawing/2014/main" id="{507D6433-F695-4627-BE34-709794B3E0B2}"/>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7" name="Machine Learning panel">
            <a:extLst xmlns:a="http://schemas.openxmlformats.org/drawingml/2006/main">
              <a:ext uri="{FF2B5EF4-FFF2-40B4-BE49-F238E27FC236}">
                <a16:creationId xmlns:a16="http://schemas.microsoft.com/office/drawing/2014/main" id="{B73ADF67-58F7-4762-81EB-019FFD778049}"/>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dbc65bd6b1dd4ace"/>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fa21ea83da0e41b5"/>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20" name="Data Analysis title">
            <a:extLst xmlns:a="http://schemas.openxmlformats.org/drawingml/2006/main">
              <a:ext uri="{FF2B5EF4-FFF2-40B4-BE49-F238E27FC236}">
                <a16:creationId xmlns:a16="http://schemas.microsoft.com/office/drawing/2014/main" id="{DC260531-4870-4254-B1BD-66539D85EE3D}"/>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21" name="ML title">
            <a:extLst xmlns:a="http://schemas.openxmlformats.org/drawingml/2006/main">
              <a:ext uri="{FF2B5EF4-FFF2-40B4-BE49-F238E27FC236}">
                <a16:creationId xmlns:a16="http://schemas.microsoft.com/office/drawing/2014/main" id="{540B0011-736C-4746-9069-312CF23D3F70}"/>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22" name="DA description">
            <a:extLst xmlns:a="http://schemas.openxmlformats.org/drawingml/2006/main">
              <a:ext uri="{FF2B5EF4-FFF2-40B4-BE49-F238E27FC236}">
                <a16:creationId xmlns:a16="http://schemas.microsoft.com/office/drawing/2014/main" id="{080D65FD-DB79-4A0A-B0FE-5397D5874C2D}"/>
              </a:ext>
            </a:extLst>
          </p:cNvPr>
          <p:cNvSpPr>
            <a:spLocks xmlns:a="http://schemas.openxmlformats.org/drawingml/2006/main" noGrp="1"/>
          </p:cNvSpPr>
          <p:nvPr/>
        </p:nvSpPr>
        <p:spPr>
          <a:xfrm xmlns:a="http://schemas.openxmlformats.org/drawingml/2006/main" rot="0">
            <a:off x="1581150"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Turn real data into</a:t>
            </a:r>
          </a:p>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useful insights</a:t>
            </a:r>
          </a:p>
        </p:txBody>
      </p:sp>
      <p:sp>
        <p:nvSpPr>
          <p:cNvPr id="23" name="ML description">
            <a:extLst xmlns:a="http://schemas.openxmlformats.org/drawingml/2006/main">
              <a:ext uri="{FF2B5EF4-FFF2-40B4-BE49-F238E27FC236}">
                <a16:creationId xmlns:a16="http://schemas.microsoft.com/office/drawing/2014/main" id="{12548807-4791-4030-A353-45B111C44026}"/>
              </a:ext>
            </a:extLst>
          </p:cNvPr>
          <p:cNvSpPr>
            <a:spLocks xmlns:a="http://schemas.openxmlformats.org/drawingml/2006/main" noGrp="1"/>
          </p:cNvSpPr>
          <p:nvPr/>
        </p:nvSpPr>
        <p:spPr>
          <a:xfrm xmlns:a="http://schemas.openxmlformats.org/drawingml/2006/main" rot="0">
            <a:off x="6238875"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Teach computers to find patterns</a:t>
            </a:r>
          </a:p>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&amp; make predictions</a:t>
            </a:r>
          </a:p>
        </p:txBody>
      </p:sp>
      <p:pic>
        <p:nvPicPr>
          <p:cNvPr id="140" name=""/>
          <p:cNvPicPr>
            <a:picLocks xmlns:a="http://schemas.openxmlformats.org/drawingml/2006/main" noChangeAspect="1"/>
          </p:cNvPicPr>
          <p:nvPr/>
        </p:nvPicPr>
        <p:blipFill>
          <a:blip xmlns:r="http://schemas.openxmlformats.org/officeDocument/2006/relationships" xmlns:a="http://schemas.openxmlformats.org/drawingml/2006/main" r:embed="Rdadf7eb1925c4743"/>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5" name="Python label 73">
            <a:extLst xmlns:a="http://schemas.openxmlformats.org/drawingml/2006/main">
              <a:ext uri="{FF2B5EF4-FFF2-40B4-BE49-F238E27FC236}">
                <a16:creationId xmlns:a16="http://schemas.microsoft.com/office/drawing/2014/main" id="{BDE09B56-9F49-4819-AE63-6BC1DB4BD35B}"/>
              </a:ext>
            </a:extLst>
          </p:cNvPr>
          <p:cNvSpPr>
            <a:spLocks xmlns:a="http://schemas.openxmlformats.org/drawingml/2006/main" noGrp="1"/>
          </p:cNvSpPr>
          <p:nvPr/>
        </p:nvSpPr>
        <p:spPr>
          <a:xfrm xmlns:a="http://schemas.openxmlformats.org/drawingml/2006/main" rot="0">
            <a:off x="6953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d0a9f761c9b64e89"/>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7" name="pandas label 211">
            <a:extLst xmlns:a="http://schemas.openxmlformats.org/drawingml/2006/main">
              <a:ext uri="{FF2B5EF4-FFF2-40B4-BE49-F238E27FC236}">
                <a16:creationId xmlns:a16="http://schemas.microsoft.com/office/drawing/2014/main" id="{22679088-714E-4EC6-A366-DD5B029F9BBD}"/>
              </a:ext>
            </a:extLst>
          </p:cNvPr>
          <p:cNvSpPr>
            <a:spLocks xmlns:a="http://schemas.openxmlformats.org/drawingml/2006/main" noGrp="1"/>
          </p:cNvSpPr>
          <p:nvPr/>
        </p:nvSpPr>
        <p:spPr>
          <a:xfrm xmlns:a="http://schemas.openxmlformats.org/drawingml/2006/main" rot="0">
            <a:off x="20097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040f7e5d618745ad"/>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9" name="SQL label 349">
            <a:extLst xmlns:a="http://schemas.openxmlformats.org/drawingml/2006/main">
              <a:ext uri="{FF2B5EF4-FFF2-40B4-BE49-F238E27FC236}">
                <a16:creationId xmlns:a16="http://schemas.microsoft.com/office/drawing/2014/main" id="{85F5AB10-A40B-41CA-AD4A-69D11E4057CE}"/>
              </a:ext>
            </a:extLst>
          </p:cNvPr>
          <p:cNvSpPr>
            <a:spLocks xmlns:a="http://schemas.openxmlformats.org/drawingml/2006/main" noGrp="1"/>
          </p:cNvSpPr>
          <p:nvPr/>
        </p:nvSpPr>
        <p:spPr>
          <a:xfrm xmlns:a="http://schemas.openxmlformats.org/drawingml/2006/main" rot="0">
            <a:off x="33242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SQL</a:t>
            </a:r>
          </a:p>
        </p:txBody>
      </p:sp>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eaf33aaa5d174ba2"/>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31" name="Python label 567">
            <a:extLst xmlns:a="http://schemas.openxmlformats.org/drawingml/2006/main">
              <a:ext uri="{FF2B5EF4-FFF2-40B4-BE49-F238E27FC236}">
                <a16:creationId xmlns:a16="http://schemas.microsoft.com/office/drawing/2014/main" id="{4C3CE5BE-19BB-43F4-A33A-B1864E96B7AB}"/>
              </a:ext>
            </a:extLst>
          </p:cNvPr>
          <p:cNvSpPr>
            <a:spLocks xmlns:a="http://schemas.openxmlformats.org/drawingml/2006/main" noGrp="1"/>
          </p:cNvSpPr>
          <p:nvPr/>
        </p:nvSpPr>
        <p:spPr>
          <a:xfrm xmlns:a="http://schemas.openxmlformats.org/drawingml/2006/main" rot="0">
            <a:off x="54006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4c8bb9a2c76746b2"/>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33" name="pandas label 705">
            <a:extLst xmlns:a="http://schemas.openxmlformats.org/drawingml/2006/main">
              <a:ext uri="{FF2B5EF4-FFF2-40B4-BE49-F238E27FC236}">
                <a16:creationId xmlns:a16="http://schemas.microsoft.com/office/drawing/2014/main" id="{211DDD78-96A9-46BA-A9A4-19A36A79FAA6}"/>
              </a:ext>
            </a:extLst>
          </p:cNvPr>
          <p:cNvSpPr>
            <a:spLocks xmlns:a="http://schemas.openxmlformats.org/drawingml/2006/main" noGrp="1"/>
          </p:cNvSpPr>
          <p:nvPr/>
        </p:nvSpPr>
        <p:spPr>
          <a:xfrm xmlns:a="http://schemas.openxmlformats.org/drawingml/2006/main" rot="0">
            <a:off x="67151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50" name=""/>
          <p:cNvPicPr>
            <a:picLocks xmlns:a="http://schemas.openxmlformats.org/drawingml/2006/main" noChangeAspect="1"/>
          </p:cNvPicPr>
          <p:nvPr/>
        </p:nvPicPr>
        <p:blipFill>
          <a:blip xmlns:r="http://schemas.openxmlformats.org/officeDocument/2006/relationships" xmlns:a="http://schemas.openxmlformats.org/drawingml/2006/main" r:embed="R154ed969c3c24017"/>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5" name="scikit-learn label 843">
            <a:extLst xmlns:a="http://schemas.openxmlformats.org/drawingml/2006/main">
              <a:ext uri="{FF2B5EF4-FFF2-40B4-BE49-F238E27FC236}">
                <a16:creationId xmlns:a16="http://schemas.microsoft.com/office/drawing/2014/main" id="{65783939-093D-4112-86A6-AD29F4A15CF7}"/>
              </a:ext>
            </a:extLst>
          </p:cNvPr>
          <p:cNvSpPr>
            <a:spLocks xmlns:a="http://schemas.openxmlformats.org/drawingml/2006/main" noGrp="1"/>
          </p:cNvSpPr>
          <p:nvPr/>
        </p:nvSpPr>
        <p:spPr>
          <a:xfrm xmlns:a="http://schemas.openxmlformats.org/drawingml/2006/main" rot="0">
            <a:off x="80295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scikit-learn</a:t>
            </a:r>
          </a:p>
        </p:txBody>
      </p:sp>
      <p:sp>
        <p:nvSpPr>
          <p:cNvPr id="36" name="DA rule">
            <a:extLst xmlns:a="http://schemas.openxmlformats.org/drawingml/2006/main">
              <a:ext uri="{FF2B5EF4-FFF2-40B4-BE49-F238E27FC236}">
                <a16:creationId xmlns:a16="http://schemas.microsoft.com/office/drawing/2014/main" id="{E9A9ACA6-08C6-46C3-A411-C52C52B1A8E4}"/>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7" name="ML rule">
            <a:extLst xmlns:a="http://schemas.openxmlformats.org/drawingml/2006/main">
              <a:ext uri="{FF2B5EF4-FFF2-40B4-BE49-F238E27FC236}">
                <a16:creationId xmlns:a16="http://schemas.microsoft.com/office/drawing/2014/main" id="{3B85399A-1EC4-4748-84F6-7C4E0749F691}"/>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70c2671fc47c4714"/>
          <a:stretch xmlns:a="http://schemas.openxmlformats.org/drawingml/2006/main"/>
        </p:blipFill>
        <p:spPr>
          <a:xfrm xmlns:a="http://schemas.openxmlformats.org/drawingml/2006/main">
            <a:off x="476250" y="8429625"/>
            <a:ext cx="161925" cy="161925"/>
          </a:xfrm>
          <a:prstGeom xmlns:a="http://schemas.openxmlformats.org/drawingml/2006/main" prst="rect">
            <a:avLst/>
          </a:prstGeom>
        </p:spPr>
      </p:pic>
      <p:sp>
        <p:nvSpPr>
          <p:cNvPr id="39" name="DA learning 1">
            <a:extLst xmlns:a="http://schemas.openxmlformats.org/drawingml/2006/main">
              <a:ext uri="{FF2B5EF4-FFF2-40B4-BE49-F238E27FC236}">
                <a16:creationId xmlns:a16="http://schemas.microsoft.com/office/drawing/2014/main" id="{FC1D9833-DED0-4B86-8BEC-B18DC0E4A7A7}"/>
              </a:ext>
            </a:extLst>
          </p:cNvPr>
          <p:cNvSpPr>
            <a:spLocks xmlns:a="http://schemas.openxmlformats.org/drawingml/2006/main" noGrp="1"/>
          </p:cNvSpPr>
          <p:nvPr/>
        </p:nvSpPr>
        <p:spPr>
          <a:xfrm xmlns:a="http://schemas.openxmlformats.org/drawingml/2006/main" rot="0">
            <a:off x="742950" y="83820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 (programming basics)</a:t>
            </a:r>
          </a:p>
        </p:txBody>
      </p:sp>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3d18cd3284a94457"/>
          <a:stretch xmlns:a="http://schemas.openxmlformats.org/drawingml/2006/main"/>
        </p:blipFill>
        <p:spPr>
          <a:xfrm xmlns:a="http://schemas.openxmlformats.org/drawingml/2006/main">
            <a:off x="5181600" y="8429625"/>
            <a:ext cx="161925" cy="161925"/>
          </a:xfrm>
          <a:prstGeom xmlns:a="http://schemas.openxmlformats.org/drawingml/2006/main" prst="rect">
            <a:avLst/>
          </a:prstGeom>
        </p:spPr>
      </p:pic>
      <p:sp>
        <p:nvSpPr>
          <p:cNvPr id="41" name="ML learning 1">
            <a:extLst xmlns:a="http://schemas.openxmlformats.org/drawingml/2006/main">
              <a:ext uri="{FF2B5EF4-FFF2-40B4-BE49-F238E27FC236}">
                <a16:creationId xmlns:a16="http://schemas.microsoft.com/office/drawing/2014/main" id="{F7D1620E-2FB9-4322-B953-BD0BE81605B0}"/>
              </a:ext>
            </a:extLst>
          </p:cNvPr>
          <p:cNvSpPr>
            <a:spLocks xmlns:a="http://schemas.openxmlformats.org/drawingml/2006/main" noGrp="1"/>
          </p:cNvSpPr>
          <p:nvPr/>
        </p:nvSpPr>
        <p:spPr>
          <a:xfrm xmlns:a="http://schemas.openxmlformats.org/drawingml/2006/main" rot="0">
            <a:off x="5448300" y="83820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a:t>
            </a:r>
          </a:p>
        </p:txBody>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335e7293893d4e3b"/>
          <a:stretch xmlns:a="http://schemas.openxmlformats.org/drawingml/2006/main"/>
        </p:blipFill>
        <p:spPr>
          <a:xfrm xmlns:a="http://schemas.openxmlformats.org/drawingml/2006/main">
            <a:off x="476250" y="8705850"/>
            <a:ext cx="161925" cy="161925"/>
          </a:xfrm>
          <a:prstGeom xmlns:a="http://schemas.openxmlformats.org/drawingml/2006/main" prst="rect">
            <a:avLst/>
          </a:prstGeom>
        </p:spPr>
      </p:pic>
      <p:sp>
        <p:nvSpPr>
          <p:cNvPr id="43" name="DA learning 2">
            <a:extLst xmlns:a="http://schemas.openxmlformats.org/drawingml/2006/main">
              <a:ext uri="{FF2B5EF4-FFF2-40B4-BE49-F238E27FC236}">
                <a16:creationId xmlns:a16="http://schemas.microsoft.com/office/drawing/2014/main" id="{FD4ED36D-1796-4517-A28A-9CB1E6FA2C5C}"/>
              </a:ext>
            </a:extLst>
          </p:cNvPr>
          <p:cNvSpPr>
            <a:spLocks xmlns:a="http://schemas.openxmlformats.org/drawingml/2006/main" noGrp="1"/>
          </p:cNvSpPr>
          <p:nvPr/>
        </p:nvSpPr>
        <p:spPr>
          <a:xfrm xmlns:a="http://schemas.openxmlformats.org/drawingml/2006/main" rot="0">
            <a:off x="742950" y="865822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SQL (querying data)</a:t>
            </a: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3e032c74a7e44bc4"/>
          <a:stretch xmlns:a="http://schemas.openxmlformats.org/drawingml/2006/main"/>
        </p:blipFill>
        <p:spPr>
          <a:xfrm xmlns:a="http://schemas.openxmlformats.org/drawingml/2006/main">
            <a:off x="5181600" y="8705850"/>
            <a:ext cx="161925" cy="161925"/>
          </a:xfrm>
          <a:prstGeom xmlns:a="http://schemas.openxmlformats.org/drawingml/2006/main" prst="rect">
            <a:avLst/>
          </a:prstGeom>
        </p:spPr>
      </p:pic>
      <p:sp>
        <p:nvSpPr>
          <p:cNvPr id="45" name="ML learning 2">
            <a:extLst xmlns:a="http://schemas.openxmlformats.org/drawingml/2006/main">
              <a:ext uri="{FF2B5EF4-FFF2-40B4-BE49-F238E27FC236}">
                <a16:creationId xmlns:a16="http://schemas.microsoft.com/office/drawing/2014/main" id="{064B4DFC-463E-4848-B12E-BE4721912B19}"/>
              </a:ext>
            </a:extLst>
          </p:cNvPr>
          <p:cNvSpPr>
            <a:spLocks xmlns:a="http://schemas.openxmlformats.org/drawingml/2006/main" noGrp="1"/>
          </p:cNvSpPr>
          <p:nvPr/>
        </p:nvSpPr>
        <p:spPr>
          <a:xfrm xmlns:a="http://schemas.openxmlformats.org/drawingml/2006/main" rot="0">
            <a:off x="5448300" y="8658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Machine learning concepts</a:t>
            </a:r>
          </a:p>
        </p:txBody>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d515b5668b1549fd"/>
          <a:stretch xmlns:a="http://schemas.openxmlformats.org/drawingml/2006/main"/>
        </p:blipFill>
        <p:spPr>
          <a:xfrm xmlns:a="http://schemas.openxmlformats.org/drawingml/2006/main">
            <a:off x="476250" y="8982075"/>
            <a:ext cx="161925" cy="161925"/>
          </a:xfrm>
          <a:prstGeom xmlns:a="http://schemas.openxmlformats.org/drawingml/2006/main" prst="rect">
            <a:avLst/>
          </a:prstGeom>
        </p:spPr>
      </p:pic>
      <p:sp>
        <p:nvSpPr>
          <p:cNvPr id="47" name="DA learning 3">
            <a:extLst xmlns:a="http://schemas.openxmlformats.org/drawingml/2006/main">
              <a:ext uri="{FF2B5EF4-FFF2-40B4-BE49-F238E27FC236}">
                <a16:creationId xmlns:a16="http://schemas.microsoft.com/office/drawing/2014/main" id="{45350405-5B0B-4147-BCFF-80F4C391B7BF}"/>
              </a:ext>
            </a:extLst>
          </p:cNvPr>
          <p:cNvSpPr>
            <a:spLocks xmlns:a="http://schemas.openxmlformats.org/drawingml/2006/main" noGrp="1"/>
          </p:cNvSpPr>
          <p:nvPr/>
        </p:nvSpPr>
        <p:spPr>
          <a:xfrm xmlns:a="http://schemas.openxmlformats.org/drawingml/2006/main" rot="0">
            <a:off x="742950" y="893445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Cleaning &amp; Preparation</a:t>
            </a:r>
          </a:p>
        </p:txBody>
      </p:sp>
      <p:pic>
        <p:nvPicPr>
          <p:cNvPr id="164" name=""/>
          <p:cNvPicPr>
            <a:picLocks xmlns:a="http://schemas.openxmlformats.org/drawingml/2006/main" noChangeAspect="1"/>
          </p:cNvPicPr>
          <p:nvPr/>
        </p:nvPicPr>
        <p:blipFill>
          <a:blip xmlns:r="http://schemas.openxmlformats.org/officeDocument/2006/relationships" xmlns:a="http://schemas.openxmlformats.org/drawingml/2006/main" r:embed="R4903de1d347f44fa"/>
          <a:stretch xmlns:a="http://schemas.openxmlformats.org/drawingml/2006/main"/>
        </p:blipFill>
        <p:spPr>
          <a:xfrm xmlns:a="http://schemas.openxmlformats.org/drawingml/2006/main">
            <a:off x="5181600" y="8982075"/>
            <a:ext cx="161925" cy="161925"/>
          </a:xfrm>
          <a:prstGeom xmlns:a="http://schemas.openxmlformats.org/drawingml/2006/main" prst="rect">
            <a:avLst/>
          </a:prstGeom>
        </p:spPr>
      </p:pic>
      <p:sp>
        <p:nvSpPr>
          <p:cNvPr id="49" name="ML learning 3">
            <a:extLst xmlns:a="http://schemas.openxmlformats.org/drawingml/2006/main">
              <a:ext uri="{FF2B5EF4-FFF2-40B4-BE49-F238E27FC236}">
                <a16:creationId xmlns:a16="http://schemas.microsoft.com/office/drawing/2014/main" id="{3B3CE046-FA14-44C4-B96C-C781DDC89379}"/>
              </a:ext>
            </a:extLst>
          </p:cNvPr>
          <p:cNvSpPr>
            <a:spLocks xmlns:a="http://schemas.openxmlformats.org/drawingml/2006/main" noGrp="1"/>
          </p:cNvSpPr>
          <p:nvPr/>
        </p:nvSpPr>
        <p:spPr>
          <a:xfrm xmlns:a="http://schemas.openxmlformats.org/drawingml/2006/main" rot="0">
            <a:off x="5448300" y="89344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Model training</a:t>
            </a:r>
          </a:p>
        </p:txBody>
      </p:sp>
      <p:pic>
        <p:nvPicPr>
          <p:cNvPr id="166" name=""/>
          <p:cNvPicPr>
            <a:picLocks xmlns:a="http://schemas.openxmlformats.org/drawingml/2006/main" noChangeAspect="1"/>
          </p:cNvPicPr>
          <p:nvPr/>
        </p:nvPicPr>
        <p:blipFill>
          <a:blip xmlns:r="http://schemas.openxmlformats.org/officeDocument/2006/relationships" xmlns:a="http://schemas.openxmlformats.org/drawingml/2006/main" r:embed="Rff0e95db71a94b87"/>
          <a:stretch xmlns:a="http://schemas.openxmlformats.org/drawingml/2006/main"/>
        </p:blipFill>
        <p:spPr>
          <a:xfrm xmlns:a="http://schemas.openxmlformats.org/drawingml/2006/main">
            <a:off x="476250" y="9258300"/>
            <a:ext cx="161925" cy="161925"/>
          </a:xfrm>
          <a:prstGeom xmlns:a="http://schemas.openxmlformats.org/drawingml/2006/main" prst="rect">
            <a:avLst/>
          </a:prstGeom>
        </p:spPr>
      </p:pic>
      <p:sp>
        <p:nvSpPr>
          <p:cNvPr id="51" name="DA learning 4">
            <a:extLst xmlns:a="http://schemas.openxmlformats.org/drawingml/2006/main">
              <a:ext uri="{FF2B5EF4-FFF2-40B4-BE49-F238E27FC236}">
                <a16:creationId xmlns:a16="http://schemas.microsoft.com/office/drawing/2014/main" id="{F11C6ED0-768D-4664-874D-AA7ABF4BB971}"/>
              </a:ext>
            </a:extLst>
          </p:cNvPr>
          <p:cNvSpPr>
            <a:spLocks xmlns:a="http://schemas.openxmlformats.org/drawingml/2006/main" noGrp="1"/>
          </p:cNvSpPr>
          <p:nvPr/>
        </p:nvSpPr>
        <p:spPr>
          <a:xfrm xmlns:a="http://schemas.openxmlformats.org/drawingml/2006/main" rot="0">
            <a:off x="742950" y="921067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Visualization (dashboards &amp; charts)</a:t>
            </a:r>
          </a:p>
        </p:txBody>
      </p:sp>
      <p:pic>
        <p:nvPicPr>
          <p:cNvPr id="168" name=""/>
          <p:cNvPicPr>
            <a:picLocks xmlns:a="http://schemas.openxmlformats.org/drawingml/2006/main" noChangeAspect="1"/>
          </p:cNvPicPr>
          <p:nvPr/>
        </p:nvPicPr>
        <p:blipFill>
          <a:blip xmlns:r="http://schemas.openxmlformats.org/officeDocument/2006/relationships" xmlns:a="http://schemas.openxmlformats.org/drawingml/2006/main" r:embed="R8d11c93b537045db"/>
          <a:stretch xmlns:a="http://schemas.openxmlformats.org/drawingml/2006/main"/>
        </p:blipFill>
        <p:spPr>
          <a:xfrm xmlns:a="http://schemas.openxmlformats.org/drawingml/2006/main">
            <a:off x="5181600" y="9258300"/>
            <a:ext cx="161925" cy="161925"/>
          </a:xfrm>
          <a:prstGeom xmlns:a="http://schemas.openxmlformats.org/drawingml/2006/main" prst="rect">
            <a:avLst/>
          </a:prstGeom>
        </p:spPr>
      </p:pic>
      <p:sp>
        <p:nvSpPr>
          <p:cNvPr id="53" name="ML learning 4">
            <a:extLst xmlns:a="http://schemas.openxmlformats.org/drawingml/2006/main">
              <a:ext uri="{FF2B5EF4-FFF2-40B4-BE49-F238E27FC236}">
                <a16:creationId xmlns:a16="http://schemas.microsoft.com/office/drawing/2014/main" id="{7DCE5000-8DB0-442B-B1C4-8B899B2BDEAE}"/>
              </a:ext>
            </a:extLst>
          </p:cNvPr>
          <p:cNvSpPr>
            <a:spLocks xmlns:a="http://schemas.openxmlformats.org/drawingml/2006/main" noGrp="1"/>
          </p:cNvSpPr>
          <p:nvPr/>
        </p:nvSpPr>
        <p:spPr>
          <a:xfrm xmlns:a="http://schemas.openxmlformats.org/drawingml/2006/main" rot="0">
            <a:off x="5448300" y="92106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Prediction &amp; evaluation</a:t>
            </a:r>
          </a:p>
        </p:txBody>
      </p:sp>
      <p:pic>
        <p:nvPicPr>
          <p:cNvPr id="170" name=""/>
          <p:cNvPicPr>
            <a:picLocks xmlns:a="http://schemas.openxmlformats.org/drawingml/2006/main" noChangeAspect="1"/>
          </p:cNvPicPr>
          <p:nvPr/>
        </p:nvPicPr>
        <p:blipFill>
          <a:blip xmlns:r="http://schemas.openxmlformats.org/officeDocument/2006/relationships" xmlns:a="http://schemas.openxmlformats.org/drawingml/2006/main" r:embed="Rf9034163e5b04ed3"/>
          <a:stretch xmlns:a="http://schemas.openxmlformats.org/drawingml/2006/main"/>
        </p:blipFill>
        <p:spPr>
          <a:xfrm xmlns:a="http://schemas.openxmlformats.org/drawingml/2006/main">
            <a:off x="476250" y="9534525"/>
            <a:ext cx="161925" cy="161925"/>
          </a:xfrm>
          <a:prstGeom xmlns:a="http://schemas.openxmlformats.org/drawingml/2006/main" prst="rect">
            <a:avLst/>
          </a:prstGeom>
        </p:spPr>
      </p:pic>
      <p:sp>
        <p:nvSpPr>
          <p:cNvPr id="55" name="DA learning 5">
            <a:extLst xmlns:a="http://schemas.openxmlformats.org/drawingml/2006/main">
              <a:ext uri="{FF2B5EF4-FFF2-40B4-BE49-F238E27FC236}">
                <a16:creationId xmlns:a16="http://schemas.microsoft.com/office/drawing/2014/main" id="{B7FAD642-7D54-4680-BEA3-1B767B258D9F}"/>
              </a:ext>
            </a:extLst>
          </p:cNvPr>
          <p:cNvSpPr>
            <a:spLocks xmlns:a="http://schemas.openxmlformats.org/drawingml/2006/main" noGrp="1"/>
          </p:cNvSpPr>
          <p:nvPr/>
        </p:nvSpPr>
        <p:spPr>
          <a:xfrm xmlns:a="http://schemas.openxmlformats.org/drawingml/2006/main" rot="0">
            <a:off x="742950" y="94869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Basic statistics</a:t>
            </a:r>
          </a:p>
        </p:txBody>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4cd38e02ed0c4192"/>
          <a:stretch xmlns:a="http://schemas.openxmlformats.org/drawingml/2006/main"/>
        </p:blipFill>
        <p:spPr>
          <a:xfrm xmlns:a="http://schemas.openxmlformats.org/drawingml/2006/main">
            <a:off x="5181600" y="9534525"/>
            <a:ext cx="161925" cy="161925"/>
          </a:xfrm>
          <a:prstGeom xmlns:a="http://schemas.openxmlformats.org/drawingml/2006/main" prst="rect">
            <a:avLst/>
          </a:prstGeom>
        </p:spPr>
      </p:pic>
      <p:sp>
        <p:nvSpPr>
          <p:cNvPr id="57" name="ML learning 5">
            <a:extLst xmlns:a="http://schemas.openxmlformats.org/drawingml/2006/main">
              <a:ext uri="{FF2B5EF4-FFF2-40B4-BE49-F238E27FC236}">
                <a16:creationId xmlns:a16="http://schemas.microsoft.com/office/drawing/2014/main" id="{CB641D10-794C-4FA8-87F9-C777409515A5}"/>
              </a:ext>
            </a:extLst>
          </p:cNvPr>
          <p:cNvSpPr>
            <a:spLocks xmlns:a="http://schemas.openxmlformats.org/drawingml/2006/main" noGrp="1"/>
          </p:cNvSpPr>
          <p:nvPr/>
        </p:nvSpPr>
        <p:spPr>
          <a:xfrm xmlns:a="http://schemas.openxmlformats.org/drawingml/2006/main" rot="0">
            <a:off x="5448300" y="94869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Real-world datasets</a:t>
            </a:r>
          </a:p>
        </p:txBody>
      </p:sp>
      <p:sp>
        <p:nvSpPr>
          <p:cNvPr id="58" name="DA outcome strip">
            <a:extLst xmlns:a="http://schemas.openxmlformats.org/drawingml/2006/main">
              <a:ext uri="{FF2B5EF4-FFF2-40B4-BE49-F238E27FC236}">
                <a16:creationId xmlns:a16="http://schemas.microsoft.com/office/drawing/2014/main" id="{00018A1B-9D86-4A55-AB12-C06D9E1B62BA}"/>
              </a:ext>
            </a:extLst>
          </p:cNvPr>
          <p:cNvSpPr>
            <a:spLocks xmlns:a="http://schemas.openxmlformats.org/drawingml/2006/main" noGrp="1"/>
          </p:cNvSpPr>
          <p:nvPr/>
        </p:nvSpPr>
        <p:spPr>
          <a:xfrm xmlns:a="http://schemas.openxmlformats.org/drawingml/2006/main" rot="0">
            <a:off x="381000" y="9953625"/>
            <a:ext cx="4286250" cy="885825"/>
          </a:xfrm>
          <a:prstGeom xmlns:a="http://schemas.openxmlformats.org/drawingml/2006/main" prst="roundRect">
            <a:avLst>
              <a:gd name="adj" fmla="val 10753"/>
            </a:avLst>
          </a:prstGeom>
          <a:solidFill xmlns:a="http://schemas.openxmlformats.org/drawingml/2006/main">
            <a:srgbClr val="C7EAF8"/>
          </a:solidFill>
          <a:ln xmlns:a="http://schemas.openxmlformats.org/drawingml/2006/main" w="0">
            <a:noFill/>
          </a:ln>
        </p:spPr>
      </p:sp>
      <p:sp>
        <p:nvSpPr>
          <p:cNvPr id="59" name="ML outcome strip">
            <a:extLst xmlns:a="http://schemas.openxmlformats.org/drawingml/2006/main">
              <a:ext uri="{FF2B5EF4-FFF2-40B4-BE49-F238E27FC236}">
                <a16:creationId xmlns:a16="http://schemas.microsoft.com/office/drawing/2014/main" id="{E485DD79-308C-48AA-AF6C-6E2EB5537B5B}"/>
              </a:ext>
            </a:extLst>
          </p:cNvPr>
          <p:cNvSpPr>
            <a:spLocks xmlns:a="http://schemas.openxmlformats.org/drawingml/2006/main" noGrp="1"/>
          </p:cNvSpPr>
          <p:nvPr/>
        </p:nvSpPr>
        <p:spPr>
          <a:xfrm xmlns:a="http://schemas.openxmlformats.org/drawingml/2006/main" rot="0">
            <a:off x="5086350" y="9953625"/>
            <a:ext cx="4286250" cy="885825"/>
          </a:xfrm>
          <a:prstGeom xmlns:a="http://schemas.openxmlformats.org/drawingml/2006/main" prst="roundRect">
            <a:avLst>
              <a:gd name="adj" fmla="val 10753"/>
            </a:avLst>
          </a:prstGeom>
          <a:solidFill xmlns:a="http://schemas.openxmlformats.org/drawingml/2006/main">
            <a:srgbClr val="E0CBF7"/>
          </a:solidFill>
          <a:ln xmlns:a="http://schemas.openxmlformats.org/drawingml/2006/main" w="0">
            <a:noFill/>
          </a:ln>
        </p:spPr>
      </p:sp>
      <p:sp>
        <p:nvSpPr>
          <p:cNvPr id="60" name="DA Build">
            <a:extLst xmlns:a="http://schemas.openxmlformats.org/drawingml/2006/main">
              <a:ext uri="{FF2B5EF4-FFF2-40B4-BE49-F238E27FC236}">
                <a16:creationId xmlns:a16="http://schemas.microsoft.com/office/drawing/2014/main" id="{FDA3838E-CA10-41E8-A550-D2FDAC0AE2B5}"/>
              </a:ext>
            </a:extLst>
          </p:cNvPr>
          <p:cNvSpPr>
            <a:spLocks xmlns:a="http://schemas.openxmlformats.org/drawingml/2006/main" noGrp="1"/>
          </p:cNvSpPr>
          <p:nvPr/>
        </p:nvSpPr>
        <p:spPr>
          <a:xfrm xmlns:a="http://schemas.openxmlformats.org/drawingml/2006/main" rot="0">
            <a:off x="514350" y="1002982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61" name="DA project examples">
            <a:extLst xmlns:a="http://schemas.openxmlformats.org/drawingml/2006/main">
              <a:ext uri="{FF2B5EF4-FFF2-40B4-BE49-F238E27FC236}">
                <a16:creationId xmlns:a16="http://schemas.microsoft.com/office/drawing/2014/main" id="{2470FCBA-1634-44AA-9499-E9AAAE1AAAB9}"/>
              </a:ext>
            </a:extLst>
          </p:cNvPr>
          <p:cNvSpPr>
            <a:spLocks xmlns:a="http://schemas.openxmlformats.org/drawingml/2006/main" noGrp="1"/>
          </p:cNvSpPr>
          <p:nvPr/>
        </p:nvSpPr>
        <p:spPr>
          <a:xfrm xmlns:a="http://schemas.openxmlformats.org/drawingml/2006/main" rot="0">
            <a:off x="514350" y="10420350"/>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sales, customer or social media data</a:t>
            </a:r>
          </a:p>
        </p:txBody>
      </p:sp>
      <p:sp>
        <p:nvSpPr>
          <p:cNvPr id="62" name="ML Build">
            <a:extLst xmlns:a="http://schemas.openxmlformats.org/drawingml/2006/main">
              <a:ext uri="{FF2B5EF4-FFF2-40B4-BE49-F238E27FC236}">
                <a16:creationId xmlns:a16="http://schemas.microsoft.com/office/drawing/2014/main" id="{A979D3B5-596B-4856-AD9C-3C288A050D4B}"/>
              </a:ext>
            </a:extLst>
          </p:cNvPr>
          <p:cNvSpPr>
            <a:spLocks xmlns:a="http://schemas.openxmlformats.org/drawingml/2006/main" noGrp="1"/>
          </p:cNvSpPr>
          <p:nvPr/>
        </p:nvSpPr>
        <p:spPr>
          <a:xfrm xmlns:a="http://schemas.openxmlformats.org/drawingml/2006/main" rot="0">
            <a:off x="5219700" y="10029825"/>
            <a:ext cx="401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63" name="ML project examples">
            <a:extLst xmlns:a="http://schemas.openxmlformats.org/drawingml/2006/main">
              <a:ext uri="{FF2B5EF4-FFF2-40B4-BE49-F238E27FC236}">
                <a16:creationId xmlns:a16="http://schemas.microsoft.com/office/drawing/2014/main" id="{D1DE1BEF-42D9-4D78-B544-74D3557DAB94}"/>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98aea7ae7a854772"/>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5" name="Duration">
            <a:extLst xmlns:a="http://schemas.openxmlformats.org/drawingml/2006/main">
              <a:ext uri="{FF2B5EF4-FFF2-40B4-BE49-F238E27FC236}">
                <a16:creationId xmlns:a16="http://schemas.microsoft.com/office/drawing/2014/main" id="{376AC40E-0637-4CDA-8074-84AFC146250C}"/>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6" name="Benefit divider 1">
            <a:extLst xmlns:a="http://schemas.openxmlformats.org/drawingml/2006/main">
              <a:ext uri="{FF2B5EF4-FFF2-40B4-BE49-F238E27FC236}">
                <a16:creationId xmlns:a16="http://schemas.microsoft.com/office/drawing/2014/main" id="{A613642E-E2CC-4EC8-9819-B083A50C807E}"/>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83" name=""/>
          <p:cNvPicPr>
            <a:picLocks xmlns:a="http://schemas.openxmlformats.org/drawingml/2006/main" noChangeAspect="1"/>
          </p:cNvPicPr>
          <p:nvPr/>
        </p:nvPicPr>
        <p:blipFill>
          <a:blip xmlns:r="http://schemas.openxmlformats.org/officeDocument/2006/relationships" xmlns:a="http://schemas.openxmlformats.org/drawingml/2006/main" r:embed="Rd437ba5c79dc4b70"/>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8" name="Group limit">
            <a:extLst xmlns:a="http://schemas.openxmlformats.org/drawingml/2006/main">
              <a:ext uri="{FF2B5EF4-FFF2-40B4-BE49-F238E27FC236}">
                <a16:creationId xmlns:a16="http://schemas.microsoft.com/office/drawing/2014/main" id="{162E7A67-0285-45CC-9F73-3E71444B4BE5}"/>
              </a:ext>
            </a:extLst>
          </p:cNvPr>
          <p:cNvSpPr>
            <a:spLocks xmlns:a="http://schemas.openxmlformats.org/drawingml/2006/main" noGrp="1"/>
          </p:cNvSpPr>
          <p:nvPr/>
        </p:nvSpPr>
        <p:spPr>
          <a:xfrm xmlns:a="http://schemas.openxmlformats.org/drawingml/2006/main" rot="0">
            <a:off x="3162300" y="131254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Max. 5</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learners/group</a:t>
            </a:r>
          </a:p>
        </p:txBody>
      </p:sp>
      <p:sp>
        <p:nvSpPr>
          <p:cNvPr id="69" name="Benefit divider 2">
            <a:extLst xmlns:a="http://schemas.openxmlformats.org/drawingml/2006/main">
              <a:ext uri="{FF2B5EF4-FFF2-40B4-BE49-F238E27FC236}">
                <a16:creationId xmlns:a16="http://schemas.microsoft.com/office/drawing/2014/main" id="{7B5F45C5-CDF4-43C3-8B6F-82191760D8FF}"/>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86" name=""/>
          <p:cNvPicPr>
            <a:picLocks xmlns:a="http://schemas.openxmlformats.org/drawingml/2006/main" noChangeAspect="1"/>
          </p:cNvPicPr>
          <p:nvPr/>
        </p:nvPicPr>
        <p:blipFill>
          <a:blip xmlns:r="http://schemas.openxmlformats.org/officeDocument/2006/relationships" xmlns:a="http://schemas.openxmlformats.org/drawingml/2006/main" r:embed="R03c13d8d05dd42de"/>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71" name="Beginner access">
            <a:extLst xmlns:a="http://schemas.openxmlformats.org/drawingml/2006/main">
              <a:ext uri="{FF2B5EF4-FFF2-40B4-BE49-F238E27FC236}">
                <a16:creationId xmlns:a16="http://schemas.microsoft.com/office/drawing/2014/main" id="{A83A412F-3D1D-40B2-8F60-F2DFAA612DEC}"/>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No coding</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experience needed</a:t>
            </a:r>
          </a:p>
        </p:txBody>
      </p:sp>
      <p:sp>
        <p:nvSpPr>
          <p:cNvPr id="72" name="Benefit divider 3">
            <a:extLst xmlns:a="http://schemas.openxmlformats.org/drawingml/2006/main">
              <a:ext uri="{FF2B5EF4-FFF2-40B4-BE49-F238E27FC236}">
                <a16:creationId xmlns:a16="http://schemas.microsoft.com/office/drawing/2014/main" id="{1E465DE2-E299-4847-ACB1-FC69FB538119}"/>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124a815ff52745ec"/>
          <a:stretch xmlns:a="http://schemas.openxmlformats.org/drawingml/2006/main"/>
        </p:blipFill>
        <p:spPr>
          <a:xfrm xmlns:a="http://schemas.openxmlformats.org/drawingml/2006/main">
            <a:off x="7419975" y="13132594"/>
            <a:ext cx="542925" cy="433388"/>
          </a:xfrm>
          <a:prstGeom xmlns:a="http://schemas.openxmlformats.org/drawingml/2006/main" prst="rect">
            <a:avLst/>
          </a:prstGeom>
        </p:spPr>
      </p:pic>
      <p:sp>
        <p:nvSpPr>
          <p:cNvPr id="74" name="Places">
            <a:extLst xmlns:a="http://schemas.openxmlformats.org/drawingml/2006/main">
              <a:ext uri="{FF2B5EF4-FFF2-40B4-BE49-F238E27FC236}">
                <a16:creationId xmlns:a16="http://schemas.microsoft.com/office/drawing/2014/main" id="{63739261-3DD4-4864-9952-D8C71790A3E8}"/>
              </a:ext>
            </a:extLst>
          </p:cNvPr>
          <p:cNvSpPr>
            <a:spLocks xmlns:a="http://schemas.openxmlformats.org/drawingml/2006/main" noGrp="1"/>
          </p:cNvSpPr>
          <p:nvPr/>
        </p:nvSpPr>
        <p:spPr>
          <a:xfrm xmlns:a="http://schemas.openxmlformats.org/drawingml/2006/main" rot="0">
            <a:off x="8124825" y="13001625"/>
            <a:ext cx="13620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a:ea typeface="Arial"/>
                <a:cs typeface="Arial"/>
              </a:defRPr>
            </a:pPr>
            <a:r>
              <a:rPr sz="1650" b="1">
                <a:solidFill>
                  <a:srgbClr val="002342"/>
                </a:solidFill>
                <a:latin typeface="Arial"/>
                <a:ea typeface="Arial"/>
                <a:cs typeface="Arial"/>
              </a:rPr>
              <a:t>Only 15</a:t>
            </a:r>
          </a:p>
          <a:p xmlns:a="http://schemas.openxmlformats.org/drawingml/2006/main">
            <a:pPr algn="l">
              <a:defRPr sz="1650" b="1">
                <a:solidFill>
                  <a:srgbClr val="002342"/>
                </a:solidFill>
                <a:latin typeface="Arial"/>
                <a:ea typeface="Arial"/>
                <a:cs typeface="Arial"/>
              </a:defRPr>
            </a:pPr>
            <a:r>
              <a:rPr sz="1650" b="1">
                <a:solidFill>
                  <a:srgbClr val="002342"/>
                </a:solidFill>
                <a:latin typeface="Arial"/>
                <a:ea typeface="Arial"/>
                <a:cs typeface="Arial"/>
              </a:rPr>
              <a:t>places</a:t>
            </a:r>
          </a:p>
        </p:txBody>
      </p:sp>
      <p:sp>
        <p:nvSpPr>
          <p:cNvPr id="75" name="Places qualifier">
            <a:extLst xmlns:a="http://schemas.openxmlformats.org/drawingml/2006/main">
              <a:ext uri="{FF2B5EF4-FFF2-40B4-BE49-F238E27FC236}">
                <a16:creationId xmlns:a16="http://schemas.microsoft.com/office/drawing/2014/main" id="{B7E0AF5B-163D-459A-8809-9FA55B3C2515}"/>
              </a:ext>
            </a:extLst>
          </p:cNvPr>
          <p:cNvSpPr>
            <a:spLocks xmlns:a="http://schemas.openxmlformats.org/drawingml/2006/main" noGrp="1"/>
          </p:cNvSpPr>
          <p:nvPr/>
        </p:nvSpPr>
        <p:spPr>
          <a:xfrm xmlns:a="http://schemas.openxmlformats.org/drawingml/2006/main" rot="0">
            <a:off x="8124825" y="13535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002342"/>
                </a:solidFill>
                <a:latin typeface="Arial"/>
                <a:ea typeface="Arial"/>
                <a:cs typeface="Arial"/>
              </a:defRPr>
            </a:pPr>
            <a:r>
              <a:rPr sz="1125" b="1">
                <a:solidFill>
                  <a:srgbClr val="002342"/>
                </a:solidFill>
                <a:latin typeface="Arial"/>
                <a:ea typeface="Arial"/>
                <a:cs typeface="Arial"/>
              </a:rPr>
              <a:t>(whole programme)</a:t>
            </a:r>
          </a:p>
        </p:txBody>
      </p:sp>
      <p:sp>
        <p:nvSpPr>
          <p:cNvPr id="76" name="Programme fee panel">
            <a:extLst xmlns:a="http://schemas.openxmlformats.org/drawingml/2006/main">
              <a:ext uri="{FF2B5EF4-FFF2-40B4-BE49-F238E27FC236}">
                <a16:creationId xmlns:a16="http://schemas.microsoft.com/office/drawing/2014/main" id="{A4049C03-A880-4888-A94A-7D76AA8FE293}"/>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7" name="Programme fee heading">
            <a:extLst xmlns:a="http://schemas.openxmlformats.org/drawingml/2006/main">
              <a:ext uri="{FF2B5EF4-FFF2-40B4-BE49-F238E27FC236}">
                <a16:creationId xmlns:a16="http://schemas.microsoft.com/office/drawing/2014/main" id="{C415FB92-5D4D-4245-8E8A-3FDAD6821CDE}"/>
              </a:ext>
            </a:extLst>
          </p:cNvPr>
          <p:cNvSpPr>
            <a:spLocks xmlns:a="http://schemas.openxmlformats.org/drawingml/2006/main" noGrp="1"/>
          </p:cNvSpPr>
          <p:nvPr/>
        </p:nvSpPr>
        <p:spPr>
          <a:xfrm xmlns:a="http://schemas.openxmlformats.org/drawingml/2006/main" rot="0">
            <a:off x="466725" y="140493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Programme fee (per learner)</a:t>
            </a:r>
          </a:p>
        </p:txBody>
      </p:sp>
      <p:sp>
        <p:nvSpPr>
          <p:cNvPr id="78" name="Small group price">
            <a:extLst xmlns:a="http://schemas.openxmlformats.org/drawingml/2006/main">
              <a:ext uri="{FF2B5EF4-FFF2-40B4-BE49-F238E27FC236}">
                <a16:creationId xmlns:a16="http://schemas.microsoft.com/office/drawing/2014/main" id="{7A53E5A5-8DD7-43A3-805D-609CA43B2080}"/>
              </a:ext>
            </a:extLst>
          </p:cNvPr>
          <p:cNvSpPr>
            <a:spLocks xmlns:a="http://schemas.openxmlformats.org/drawingml/2006/main" noGrp="1"/>
          </p:cNvSpPr>
          <p:nvPr/>
        </p:nvSpPr>
        <p:spPr>
          <a:xfrm xmlns:a="http://schemas.openxmlformats.org/drawingml/2006/main" rot="0">
            <a:off x="466725" y="144303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UGX 800,000</a:t>
            </a:r>
          </a:p>
        </p:txBody>
      </p:sp>
      <p:sp>
        <p:nvSpPr>
          <p:cNvPr id="79" name="Fee divider">
            <a:extLst xmlns:a="http://schemas.openxmlformats.org/drawingml/2006/main">
              <a:ext uri="{FF2B5EF4-FFF2-40B4-BE49-F238E27FC236}">
                <a16:creationId xmlns:a16="http://schemas.microsoft.com/office/drawing/2014/main" id="{082725EC-B632-4AD7-A7C6-73283D232FF3}"/>
              </a:ext>
            </a:extLst>
          </p:cNvPr>
          <p:cNvSpPr>
            <a:spLocks xmlns:a="http://schemas.openxmlformats.org/drawingml/2006/main" noGrp="1"/>
          </p:cNvSpPr>
          <p:nvPr/>
        </p:nvSpPr>
        <p:spPr>
          <a:xfrm xmlns:a="http://schemas.openxmlformats.org/drawingml/2006/main" rot="0">
            <a:off x="2657475" y="14439900"/>
            <a:ext cx="9525" cy="695325"/>
          </a:xfrm>
          <a:prstGeom xmlns:a="http://schemas.openxmlformats.org/drawingml/2006/main" prst="rect">
            <a:avLst/>
          </a:prstGeom>
          <a:solidFill xmlns:a="http://schemas.openxmlformats.org/drawingml/2006/main">
            <a:srgbClr val="D2E3EF"/>
          </a:solidFill>
          <a:ln xmlns:a="http://schemas.openxmlformats.org/drawingml/2006/main" w="0">
            <a:noFill/>
          </a:ln>
        </p:spPr>
      </p:sp>
      <p:sp>
        <p:nvSpPr>
          <p:cNvPr id="80" name="Private price">
            <a:extLst xmlns:a="http://schemas.openxmlformats.org/drawingml/2006/main">
              <a:ext uri="{FF2B5EF4-FFF2-40B4-BE49-F238E27FC236}">
                <a16:creationId xmlns:a16="http://schemas.microsoft.com/office/drawing/2014/main" id="{C3750FD7-501D-412B-AC2F-5241228606F6}"/>
              </a:ext>
            </a:extLst>
          </p:cNvPr>
          <p:cNvSpPr>
            <a:spLocks xmlns:a="http://schemas.openxmlformats.org/drawingml/2006/main" noGrp="1"/>
          </p:cNvSpPr>
          <p:nvPr/>
        </p:nvSpPr>
        <p:spPr>
          <a:xfrm xmlns:a="http://schemas.openxmlformats.org/drawingml/2006/main" rot="0">
            <a:off x="2800350" y="14430375"/>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UGX 1,000,000</a:t>
            </a:r>
          </a:p>
        </p:txBody>
      </p:sp>
      <p:sp>
        <p:nvSpPr>
          <p:cNvPr id="81" name="Small group condition">
            <a:extLst xmlns:a="http://schemas.openxmlformats.org/drawingml/2006/main">
              <a:ext uri="{FF2B5EF4-FFF2-40B4-BE49-F238E27FC236}">
                <a16:creationId xmlns:a16="http://schemas.microsoft.com/office/drawing/2014/main" id="{3B73EEBA-6D35-422B-9D7C-4F1ADF49FD45}"/>
              </a:ext>
            </a:extLst>
          </p:cNvPr>
          <p:cNvSpPr>
            <a:spLocks xmlns:a="http://schemas.openxmlformats.org/drawingml/2006/main" noGrp="1"/>
          </p:cNvSpPr>
          <p:nvPr/>
        </p:nvSpPr>
        <p:spPr>
          <a:xfrm xmlns:a="http://schemas.openxmlformats.org/drawingml/2006/main" rot="0">
            <a:off x="466725" y="14820900"/>
            <a:ext cx="2133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Small group · exactly 5 learners</a:t>
            </a:r>
          </a:p>
        </p:txBody>
      </p:sp>
      <p:sp>
        <p:nvSpPr>
          <p:cNvPr id="82" name="Private condition">
            <a:extLst xmlns:a="http://schemas.openxmlformats.org/drawingml/2006/main">
              <a:ext uri="{FF2B5EF4-FFF2-40B4-BE49-F238E27FC236}">
                <a16:creationId xmlns:a16="http://schemas.microsoft.com/office/drawing/2014/main" id="{0E6A4562-C7B5-4A29-80E6-CD3933196D73}"/>
              </a:ext>
            </a:extLst>
          </p:cNvPr>
          <p:cNvSpPr>
            <a:spLocks xmlns:a="http://schemas.openxmlformats.org/drawingml/2006/main" noGrp="1"/>
          </p:cNvSpPr>
          <p:nvPr/>
        </p:nvSpPr>
        <p:spPr>
          <a:xfrm xmlns:a="http://schemas.openxmlformats.org/drawingml/2006/main" rot="0">
            <a:off x="2809875" y="14773275"/>
            <a:ext cx="2009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Private / semi-private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1–4 learners</a:t>
            </a:r>
          </a:p>
        </p:txBody>
      </p:sp>
      <p:sp>
        <p:nvSpPr>
          <p:cNvPr id="83" name="Booking panel">
            <a:extLst xmlns:a="http://schemas.openxmlformats.org/drawingml/2006/main">
              <a:ext uri="{FF2B5EF4-FFF2-40B4-BE49-F238E27FC236}">
                <a16:creationId xmlns:a16="http://schemas.microsoft.com/office/drawing/2014/main" id="{6AE8849E-9BDB-4D58-8C34-DA3731EA6D3D}"/>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84" name="Reserve call to action">
            <a:extLst xmlns:a="http://schemas.openxmlformats.org/drawingml/2006/main">
              <a:ext uri="{FF2B5EF4-FFF2-40B4-BE49-F238E27FC236}">
                <a16:creationId xmlns:a16="http://schemas.microsoft.com/office/drawing/2014/main" id="{95329E1F-F545-438B-8740-AD61E33302F0}"/>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85" name="Reserve wording">
            <a:extLst xmlns:a="http://schemas.openxmlformats.org/drawingml/2006/main">
              <a:ext uri="{FF2B5EF4-FFF2-40B4-BE49-F238E27FC236}">
                <a16:creationId xmlns:a16="http://schemas.microsoft.com/office/drawing/2014/main" id="{1FD9C811-E010-46DC-9923-E314582175BA}"/>
              </a:ext>
            </a:extLst>
          </p:cNvPr>
          <p:cNvSpPr>
            <a:spLocks xmlns:a="http://schemas.openxmlformats.org/drawingml/2006/main" noGrp="1"/>
          </p:cNvSpPr>
          <p:nvPr/>
        </p:nvSpPr>
        <p:spPr>
          <a:xfrm xmlns:a="http://schemas.openxmlformats.org/drawingml/2006/main" rot="0">
            <a:off x="5276850" y="14106525"/>
            <a:ext cx="245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Reserve your place →</a:t>
            </a:r>
          </a:p>
        </p:txBody>
      </p:sp>
      <p:pic>
        <p:nvPicPr>
          <p:cNvPr id="202" name=""/>
          <p:cNvPicPr>
            <a:picLocks xmlns:a="http://schemas.openxmlformats.org/drawingml/2006/main" noChangeAspect="1"/>
          </p:cNvPicPr>
          <p:nvPr/>
        </p:nvPicPr>
        <p:blipFill>
          <a:blip xmlns:r="http://schemas.openxmlformats.org/officeDocument/2006/relationships" xmlns:a="http://schemas.openxmlformats.org/drawingml/2006/main" r:embed="R94a4f5fba13d4c2f"/>
          <a:stretch xmlns:a="http://schemas.openxmlformats.org/drawingml/2006/main"/>
        </p:blipFill>
        <p:spPr>
          <a:xfrm xmlns:a="http://schemas.openxmlformats.org/drawingml/2006/main">
            <a:off x="5098256" y="14639925"/>
            <a:ext cx="300038" cy="342900"/>
          </a:xfrm>
          <a:prstGeom xmlns:a="http://schemas.openxmlformats.org/drawingml/2006/main" prst="rect">
            <a:avLst/>
          </a:prstGeom>
        </p:spPr>
      </p:pic>
      <p:sp>
        <p:nvSpPr>
          <p:cNvPr id="87" name="WhatsApp number">
            <a:extLst xmlns:a="http://schemas.openxmlformats.org/drawingml/2006/main">
              <a:ext uri="{FF2B5EF4-FFF2-40B4-BE49-F238E27FC236}">
                <a16:creationId xmlns:a16="http://schemas.microsoft.com/office/drawing/2014/main" id="{D4D5194E-104E-485A-A9C7-26CBC38CEBEF}"/>
              </a:ext>
            </a:extLst>
          </p:cNvPr>
          <p:cNvSpPr>
            <a:spLocks xmlns:a="http://schemas.openxmlformats.org/drawingml/2006/main" noGrp="1"/>
          </p:cNvSpPr>
          <p:nvPr/>
        </p:nvSpPr>
        <p:spPr>
          <a:xfrm xmlns:a="http://schemas.openxmlformats.org/drawingml/2006/main" rot="0">
            <a:off x="5572125" y="1470660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+256 750 990 718</a:t>
            </a:r>
          </a:p>
        </p:txBody>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ed00ef2e11d34305"/>
          <a:stretch xmlns:a="http://schemas.openxmlformats.org/drawingml/2006/main"/>
        </p:blipFill>
        <p:spPr>
          <a:xfrm xmlns:a="http://schemas.openxmlformats.org/drawingml/2006/main">
            <a:off x="5119688" y="15068550"/>
            <a:ext cx="228600" cy="228600"/>
          </a:xfrm>
          <a:prstGeom xmlns:a="http://schemas.openxmlformats.org/drawingml/2006/main" prst="rect">
            <a:avLst/>
          </a:prstGeom>
        </p:spPr>
      </p:pic>
      <p:sp>
        <p:nvSpPr>
          <p:cNvPr id="89" name="Email">
            <a:extLst xmlns:a="http://schemas.openxmlformats.org/drawingml/2006/main">
              <a:ext uri="{FF2B5EF4-FFF2-40B4-BE49-F238E27FC236}">
                <a16:creationId xmlns:a16="http://schemas.microsoft.com/office/drawing/2014/main" id="{901BE135-4805-492E-80FA-E11FD2609759}"/>
              </a:ext>
            </a:extLst>
          </p:cNvPr>
          <p:cNvSpPr>
            <a:spLocks xmlns:a="http://schemas.openxmlformats.org/drawingml/2006/main" noGrp="1"/>
          </p:cNvSpPr>
          <p:nvPr/>
        </p:nvSpPr>
        <p:spPr>
          <a:xfrm xmlns:a="http://schemas.openxmlformats.org/drawingml/2006/main" rot="0">
            <a:off x="5543550" y="15116175"/>
            <a:ext cx="2295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jothammartin.wambi@gmail.com</a:t>
            </a: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7ffbbc36bbfd4ba0"/>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91" name="QR caption">
            <a:extLst xmlns:a="http://schemas.openxmlformats.org/drawingml/2006/main">
              <a:ext uri="{FF2B5EF4-FFF2-40B4-BE49-F238E27FC236}">
                <a16:creationId xmlns:a16="http://schemas.microsoft.com/office/drawing/2014/main" id="{13C64071-F3CA-4E5E-B282-5F8A10DD355F}"/>
              </a:ext>
            </a:extLst>
          </p:cNvPr>
          <p:cNvSpPr>
            <a:spLocks xmlns:a="http://schemas.openxmlformats.org/drawingml/2006/main" noGrp="1"/>
          </p:cNvSpPr>
          <p:nvPr/>
        </p:nvSpPr>
        <p:spPr>
          <a:xfrm xmlns:a="http://schemas.openxmlformats.org/drawingml/2006/main" rot="0">
            <a:off x="7991475" y="15430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2342"/>
                </a:solidFill>
                <a:latin typeface="Arial"/>
                <a:ea typeface="Arial"/>
                <a:cs typeface="Arial"/>
              </a:defRPr>
            </a:pPr>
            <a:r>
              <a:rPr sz="1350" b="1">
                <a:solidFill>
                  <a:srgbClr val="002342"/>
                </a:solidFill>
                <a:latin typeface="Arial"/>
                <a:ea typeface="Arial"/>
                <a:cs typeface="Arial"/>
              </a:rPr>
              <a:t>Scan to WhatsApp</a:t>
            </a:r>
          </a:p>
        </p:txBody>
      </p:sp>
      <p:sp>
        <p:nvSpPr>
          <p:cNvPr id="92" name="Footer slogan 1">
            <a:extLst xmlns:a="http://schemas.openxmlformats.org/drawingml/2006/main">
              <a:ext uri="{FF2B5EF4-FFF2-40B4-BE49-F238E27FC236}">
                <a16:creationId xmlns:a16="http://schemas.microsoft.com/office/drawing/2014/main" id="{657A16E6-4033-4B04-AFB0-9438305114F0}"/>
              </a:ext>
            </a:extLst>
          </p:cNvPr>
          <p:cNvSpPr>
            <a:spLocks xmlns:a="http://schemas.openxmlformats.org/drawingml/2006/main" noGrp="1"/>
          </p:cNvSpPr>
          <p:nvPr/>
        </p:nvSpPr>
        <p:spPr>
          <a:xfrm xmlns:a="http://schemas.openxmlformats.org/drawingml/2006/main" rot="-300000">
            <a:off x="438150" y="156781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0034C5"/>
                </a:solidFill>
                <a:latin typeface="Caveat"/>
                <a:ea typeface="Caveat"/>
                <a:cs typeface="Caveat"/>
              </a:defRPr>
            </a:pPr>
            <a:r>
              <a:rPr sz="3525" b="1">
                <a:solidFill>
                  <a:srgbClr val="0034C5"/>
                </a:solidFill>
                <a:latin typeface="Caveat"/>
                <a:ea typeface="Caveat"/>
                <a:cs typeface="Caveat"/>
              </a:rPr>
              <a:t>Skills today.</a:t>
            </a:r>
          </a:p>
        </p:txBody>
      </p:sp>
      <p:sp>
        <p:nvSpPr>
          <p:cNvPr id="93" name="Footer slogan 2">
            <a:extLst xmlns:a="http://schemas.openxmlformats.org/drawingml/2006/main">
              <a:ext uri="{FF2B5EF4-FFF2-40B4-BE49-F238E27FC236}">
                <a16:creationId xmlns:a16="http://schemas.microsoft.com/office/drawing/2014/main" id="{2BF19AC8-CAA4-4762-B272-16627F11D2F4}"/>
              </a:ext>
            </a:extLst>
          </p:cNvPr>
          <p:cNvSpPr>
            <a:spLocks xmlns:a="http://schemas.openxmlformats.org/drawingml/2006/main" noGrp="1"/>
          </p:cNvSpPr>
          <p:nvPr/>
        </p:nvSpPr>
        <p:spPr>
          <a:xfrm xmlns:a="http://schemas.openxmlformats.org/drawingml/2006/main" rot="-300000">
            <a:off x="466725" y="16106775"/>
            <a:ext cx="3905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34C5"/>
                </a:solidFill>
                <a:latin typeface="Caveat"/>
                <a:ea typeface="Caveat"/>
                <a:cs typeface="Caveat"/>
              </a:defRPr>
            </a:pPr>
            <a:r>
              <a:rPr sz="2400" b="1">
                <a:solidFill>
                  <a:srgbClr val="0034C5"/>
                </a:solidFill>
                <a:latin typeface="Caveat"/>
                <a:ea typeface="Caveat"/>
                <a:cs typeface="Caveat"/>
              </a:rPr>
              <a:t>Greater opportunities tomorrow.</a:t>
            </a:r>
          </a:p>
        </p:txBody>
      </p:sp>
      <p:pic>
        <p:nvPicPr>
          <p:cNvPr id="210" name=""/>
          <p:cNvPicPr>
            <a:picLocks xmlns:a="http://schemas.openxmlformats.org/drawingml/2006/main" noChangeAspect="1"/>
          </p:cNvPicPr>
          <p:nvPr/>
        </p:nvPicPr>
        <p:blipFill>
          <a:blip xmlns:r="http://schemas.openxmlformats.org/officeDocument/2006/relationships" xmlns:a="http://schemas.openxmlformats.org/drawingml/2006/main" r:embed="R55cf0ad4f59c4ae0"/>
          <a:stretch xmlns:a="http://schemas.openxmlformats.org/drawingml/2006/main"/>
        </p:blipFill>
        <p:spPr>
          <a:xfrm xmlns:a="http://schemas.openxmlformats.org/drawingml/2006/main">
            <a:off x="381000" y="17324784"/>
            <a:ext cx="704850" cy="564356"/>
          </a:xfrm>
          <a:prstGeom xmlns:a="http://schemas.openxmlformats.org/drawingml/2006/main" prst="rect">
            <a:avLst/>
          </a:prstGeom>
        </p:spPr>
      </p:pic>
      <p:sp>
        <p:nvSpPr>
          <p:cNvPr id="95" name="Audience">
            <a:extLst xmlns:a="http://schemas.openxmlformats.org/drawingml/2006/main">
              <a:ext uri="{FF2B5EF4-FFF2-40B4-BE49-F238E27FC236}">
                <a16:creationId xmlns:a16="http://schemas.microsoft.com/office/drawing/2014/main" id="{250930CE-9CE4-42AB-AC5A-4C6E1F9B2C7C}"/>
              </a:ext>
            </a:extLst>
          </p:cNvPr>
          <p:cNvSpPr>
            <a:spLocks xmlns:a="http://schemas.openxmlformats.org/drawingml/2006/main" noGrp="1"/>
          </p:cNvSpPr>
          <p:nvPr/>
        </p:nvSpPr>
        <p:spPr>
          <a:xfrm xmlns:a="http://schemas.openxmlformats.org/drawingml/2006/main" rot="0">
            <a:off x="1219200" y="17430750"/>
            <a:ext cx="28670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0034C5"/>
                </a:solidFill>
                <a:latin typeface="Arial"/>
                <a:ea typeface="Arial"/>
                <a:cs typeface="Arial"/>
              </a:defRPr>
            </a:pPr>
            <a:r>
              <a:rPr sz="1725" b="0">
                <a:solidFill>
                  <a:srgbClr val="0034C5"/>
                </a:solidFill>
                <a:latin typeface="Arial"/>
                <a:ea typeface="Arial"/>
                <a:cs typeface="Arial"/>
              </a:rPr>
              <a:t>For S.4, S.5 &amp; S.6 students,</a:t>
            </a:r>
          </a:p>
          <a:p xmlns:a="http://schemas.openxmlformats.org/drawingml/2006/main">
            <a:pPr algn="l">
              <a:defRPr sz="1725" b="0">
                <a:solidFill>
                  <a:srgbClr val="0034C5"/>
                </a:solidFill>
                <a:latin typeface="Arial"/>
                <a:ea typeface="Arial"/>
                <a:cs typeface="Arial"/>
              </a:defRPr>
            </a:pPr>
            <a:r>
              <a:rPr sz="1725" b="0">
                <a:solidFill>
                  <a:srgbClr val="0034C5"/>
                </a:solidFill>
                <a:latin typeface="Arial"/>
                <a:ea typeface="Arial"/>
                <a:cs typeface="Arial"/>
              </a:rPr>
              <a:t>and school leavers.</a:t>
            </a:r>
          </a:p>
        </p:txBody>
      </p:sp>
      <p:sp>
        <p:nvSpPr>
          <p:cNvPr id="96" name="Book Python">
            <a:extLst xmlns:a="http://schemas.openxmlformats.org/drawingml/2006/main">
              <a:ext uri="{FF2B5EF4-FFF2-40B4-BE49-F238E27FC236}">
                <a16:creationId xmlns:a16="http://schemas.microsoft.com/office/drawing/2014/main" id="{4AE5E808-A8F9-4FB1-B694-DBC1E7B95360}"/>
              </a:ext>
            </a:extLst>
          </p:cNvPr>
          <p:cNvSpPr>
            <a:spLocks xmlns:a="http://schemas.openxmlformats.org/drawingml/2006/main" noGrp="1"/>
          </p:cNvSpPr>
          <p:nvPr/>
        </p:nvSpPr>
        <p:spPr>
          <a:xfrm xmlns:a="http://schemas.openxmlformats.org/drawingml/2006/main" rot="120000">
            <a:off x="4276725" y="1613535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Python</a:t>
            </a:r>
          </a:p>
        </p:txBody>
      </p:sp>
      <p:sp>
        <p:nvSpPr>
          <p:cNvPr id="97" name="Book Data Analysis">
            <a:extLst xmlns:a="http://schemas.openxmlformats.org/drawingml/2006/main">
              <a:ext uri="{FF2B5EF4-FFF2-40B4-BE49-F238E27FC236}">
                <a16:creationId xmlns:a16="http://schemas.microsoft.com/office/drawing/2014/main" id="{6BCCE3E5-7CCF-47A0-9257-EB1E6BF193EE}"/>
              </a:ext>
            </a:extLst>
          </p:cNvPr>
          <p:cNvSpPr>
            <a:spLocks xmlns:a="http://schemas.openxmlformats.org/drawingml/2006/main" noGrp="1"/>
          </p:cNvSpPr>
          <p:nvPr/>
        </p:nvSpPr>
        <p:spPr>
          <a:xfrm xmlns:a="http://schemas.openxmlformats.org/drawingml/2006/main" rot="120000">
            <a:off x="4191000" y="1655445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Data Analysis</a:t>
            </a:r>
          </a:p>
        </p:txBody>
      </p:sp>
      <p:sp>
        <p:nvSpPr>
          <p:cNvPr id="98" name="Book Machine Learning">
            <a:extLst xmlns:a="http://schemas.openxmlformats.org/drawingml/2006/main">
              <a:ext uri="{FF2B5EF4-FFF2-40B4-BE49-F238E27FC236}">
                <a16:creationId xmlns:a16="http://schemas.microsoft.com/office/drawing/2014/main" id="{274E6EB2-7CD3-4F30-A8F1-3E42871D0E8F}"/>
              </a:ext>
            </a:extLst>
          </p:cNvPr>
          <p:cNvSpPr>
            <a:spLocks xmlns:a="http://schemas.openxmlformats.org/drawingml/2006/main" noGrp="1"/>
          </p:cNvSpPr>
          <p:nvPr/>
        </p:nvSpPr>
        <p:spPr>
          <a:xfrm xmlns:a="http://schemas.openxmlformats.org/drawingml/2006/main" rot="120000">
            <a:off x="4162425" y="16964025"/>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Machine Learning</a:t>
            </a:r>
          </a:p>
        </p:txBody>
      </p:sp>
      <p:sp>
        <p:nvSpPr>
          <p:cNvPr id="99" name="Book Future">
            <a:extLst xmlns:a="http://schemas.openxmlformats.org/drawingml/2006/main">
              <a:ext uri="{FF2B5EF4-FFF2-40B4-BE49-F238E27FC236}">
                <a16:creationId xmlns:a16="http://schemas.microsoft.com/office/drawing/2014/main" id="{8311C1A0-1C14-454F-B705-7E0A7DEC8C3A}"/>
              </a:ext>
            </a:extLst>
          </p:cNvPr>
          <p:cNvSpPr>
            <a:spLocks xmlns:a="http://schemas.openxmlformats.org/drawingml/2006/main" noGrp="1"/>
          </p:cNvSpPr>
          <p:nvPr/>
        </p:nvSpPr>
        <p:spPr>
          <a:xfrm xmlns:a="http://schemas.openxmlformats.org/drawingml/2006/main" rot="120000">
            <a:off x="4171950" y="17430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 Brighter Future</a:t>
            </a:r>
          </a:p>
        </p:txBody>
      </p:sp>
      <p:sp>
        <p:nvSpPr>
          <p:cNvPr id="100" name="Mug slogan">
            <a:extLst xmlns:a="http://schemas.openxmlformats.org/drawingml/2006/main">
              <a:ext uri="{FF2B5EF4-FFF2-40B4-BE49-F238E27FC236}">
                <a16:creationId xmlns:a16="http://schemas.microsoft.com/office/drawing/2014/main" id="{6B29EFA7-95B1-4EC4-9329-37C7753AFDAA}"/>
              </a:ext>
            </a:extLst>
          </p:cNvPr>
          <p:cNvSpPr>
            <a:spLocks xmlns:a="http://schemas.openxmlformats.org/drawingml/2006/main" noGrp="1"/>
          </p:cNvSpPr>
          <p:nvPr/>
        </p:nvSpPr>
        <p:spPr>
          <a:xfrm xmlns:a="http://schemas.openxmlformats.org/drawingml/2006/main" rot="-360000">
            <a:off x="7715250" y="16678275"/>
            <a:ext cx="104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Good</a:t>
            </a:r>
          </a:p>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Data.</a:t>
            </a:r>
          </a:p>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Better</a:t>
            </a:r>
          </a:p>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Decisions.</a:t>
            </a:r>
          </a:p>
        </p:txBody>
      </p:sp>
      <p:pic>
        <p:nvPicPr>
          <p:cNvPr id="217" name=""/>
          <p:cNvPicPr>
            <a:picLocks xmlns:a="http://schemas.openxmlformats.org/drawingml/2006/main" noChangeAspect="1"/>
          </p:cNvPicPr>
          <p:nvPr/>
        </p:nvPicPr>
        <p:blipFill>
          <a:blip xmlns:r="http://schemas.openxmlformats.org/officeDocument/2006/relationships" xmlns:a="http://schemas.openxmlformats.org/drawingml/2006/main" r:embed="Rf4379b0efbcd4e48"/>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102" name="Tutor card">
            <a:extLst xmlns:a="http://schemas.openxmlformats.org/drawingml/2006/main">
              <a:ext uri="{FF2B5EF4-FFF2-40B4-BE49-F238E27FC236}">
                <a16:creationId xmlns:a16="http://schemas.microsoft.com/office/drawing/2014/main" id="{C33B881B-B8BB-4E2F-AC22-91339A535437}"/>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103" name="Tutor name">
            <a:extLst xmlns:a="http://schemas.openxmlformats.org/drawingml/2006/main">
              <a:ext uri="{FF2B5EF4-FFF2-40B4-BE49-F238E27FC236}">
                <a16:creationId xmlns:a16="http://schemas.microsoft.com/office/drawing/2014/main" id="{9C824589-C566-40BE-BAAC-9FD7529EDC5E}"/>
              </a:ext>
            </a:extLst>
          </p:cNvPr>
          <p:cNvSpPr>
            <a:spLocks xmlns:a="http://schemas.openxmlformats.org/drawingml/2006/main" noGrp="1"/>
          </p:cNvSpPr>
          <p:nvPr/>
        </p:nvSpPr>
        <p:spPr>
          <a:xfrm xmlns:a="http://schemas.openxmlformats.org/drawingml/2006/main" rot="0">
            <a:off x="5953125" y="4991100"/>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Jotham Martin Wambi</a:t>
            </a:r>
          </a:p>
        </p:txBody>
      </p:sp>
      <p:sp>
        <p:nvSpPr>
          <p:cNvPr id="104" name="Tutor profession">
            <a:extLst xmlns:a="http://schemas.openxmlformats.org/drawingml/2006/main">
              <a:ext uri="{FF2B5EF4-FFF2-40B4-BE49-F238E27FC236}">
                <a16:creationId xmlns:a16="http://schemas.microsoft.com/office/drawing/2014/main" id="{4C35EA30-0655-4CF6-AC6E-BBCB47D4472C}"/>
              </a:ext>
            </a:extLst>
          </p:cNvPr>
          <p:cNvSpPr>
            <a:spLocks xmlns:a="http://schemas.openxmlformats.org/drawingml/2006/main" noGrp="1"/>
          </p:cNvSpPr>
          <p:nvPr/>
        </p:nvSpPr>
        <p:spPr>
          <a:xfrm xmlns:a="http://schemas.openxmlformats.org/drawingml/2006/main" rot="0">
            <a:off x="5953125" y="5343525"/>
            <a:ext cx="3486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FFFFFF"/>
                </a:solidFill>
                <a:latin typeface="Arial Narrow"/>
                <a:ea typeface="Arial Narrow"/>
                <a:cs typeface="Arial Narrow"/>
              </a:defRPr>
            </a:pPr>
            <a:r>
              <a:rPr sz="1200" b="0">
                <a:solidFill>
                  <a:srgbClr val="FFFFFF"/>
                </a:solidFill>
                <a:latin typeface="Arial Narrow"/>
                <a:ea typeface="Arial Narrow"/>
                <a:cs typeface="Arial Narrow"/>
              </a:rPr>
              <a:t>Main Tutor · Data Scientist &amp; ML/AI Engineer</a:t>
            </a:r>
          </a:p>
        </p:txBody>
      </p:sp>
      <p:sp>
        <p:nvSpPr>
          <p:cNvPr id="105" name="Tutor institution">
            <a:extLst xmlns:a="http://schemas.openxmlformats.org/drawingml/2006/main">
              <a:ext uri="{FF2B5EF4-FFF2-40B4-BE49-F238E27FC236}">
                <a16:creationId xmlns:a16="http://schemas.microsoft.com/office/drawing/2014/main" id="{57FB6A40-6AB2-4997-B8B4-2BB95E80C55E}"/>
              </a:ext>
            </a:extLst>
          </p:cNvPr>
          <p:cNvSpPr>
            <a:spLocks xmlns:a="http://schemas.openxmlformats.org/drawingml/2006/main" noGrp="1"/>
          </p:cNvSpPr>
          <p:nvPr/>
        </p:nvSpPr>
        <p:spPr>
          <a:xfrm xmlns:a="http://schemas.openxmlformats.org/drawingml/2006/main" rot="0">
            <a:off x="5953125" y="5581650"/>
            <a:ext cx="3476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Lecturer, AI &amp; Machine Learning, IUEA</a:t>
            </a:r>
          </a:p>
        </p:txBody>
      </p:sp>
      <p:sp>
        <p:nvSpPr>
          <p:cNvPr id="106" name="Outcomes heading">
            <a:extLst xmlns:a="http://schemas.openxmlformats.org/drawingml/2006/main">
              <a:ext uri="{FF2B5EF4-FFF2-40B4-BE49-F238E27FC236}">
                <a16:creationId xmlns:a16="http://schemas.microsoft.com/office/drawing/2014/main" id="{1851C9EB-85D5-4B81-A337-04ADFAF89EA9}"/>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55fb3309bb95467c"/>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108" name="Outcome 1">
            <a:extLst xmlns:a="http://schemas.openxmlformats.org/drawingml/2006/main">
              <a:ext uri="{FF2B5EF4-FFF2-40B4-BE49-F238E27FC236}">
                <a16:creationId xmlns:a16="http://schemas.microsoft.com/office/drawing/2014/main" id="{DFD81BE5-6E39-4BF3-8A08-844253105379}"/>
              </a:ext>
            </a:extLst>
          </p:cNvPr>
          <p:cNvSpPr>
            <a:spLocks xmlns:a="http://schemas.openxmlformats.org/drawingml/2006/main" noGrp="1"/>
          </p:cNvSpPr>
          <p:nvPr/>
        </p:nvSpPr>
        <p:spPr>
          <a:xfrm xmlns:a="http://schemas.openxmlformats.org/drawingml/2006/main" rot="0">
            <a:off x="58102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Built a practical</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portfolio project</a:t>
            </a:r>
          </a:p>
        </p:txBody>
      </p:sp>
      <p:pic>
        <p:nvPicPr>
          <p:cNvPr id="225" name=""/>
          <p:cNvPicPr>
            <a:picLocks xmlns:a="http://schemas.openxmlformats.org/drawingml/2006/main" noChangeAspect="1"/>
          </p:cNvPicPr>
          <p:nvPr/>
        </p:nvPicPr>
        <p:blipFill>
          <a:blip xmlns:r="http://schemas.openxmlformats.org/officeDocument/2006/relationships" xmlns:a="http://schemas.openxmlformats.org/drawingml/2006/main" r:embed="Rc523363106b24c95"/>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110" name="Outcome 2">
            <a:extLst xmlns:a="http://schemas.openxmlformats.org/drawingml/2006/main">
              <a:ext uri="{FF2B5EF4-FFF2-40B4-BE49-F238E27FC236}">
                <a16:creationId xmlns:a16="http://schemas.microsoft.com/office/drawing/2014/main" id="{2D9E2E0F-D458-42A0-8124-1B9826C54534}"/>
              </a:ext>
            </a:extLst>
          </p:cNvPr>
          <p:cNvSpPr>
            <a:spLocks xmlns:a="http://schemas.openxmlformats.org/drawingml/2006/main" noGrp="1"/>
          </p:cNvSpPr>
          <p:nvPr/>
        </p:nvSpPr>
        <p:spPr>
          <a:xfrm xmlns:a="http://schemas.openxmlformats.org/drawingml/2006/main" rot="0">
            <a:off x="287655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Analysed</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real datasets</a:t>
            </a:r>
          </a:p>
        </p:txBody>
      </p:sp>
      <p:pic>
        <p:nvPicPr>
          <p:cNvPr id="227" name=""/>
          <p:cNvPicPr>
            <a:picLocks xmlns:a="http://schemas.openxmlformats.org/drawingml/2006/main" noChangeAspect="1"/>
          </p:cNvPicPr>
          <p:nvPr/>
        </p:nvPicPr>
        <p:blipFill>
          <a:blip xmlns:r="http://schemas.openxmlformats.org/officeDocument/2006/relationships" xmlns:a="http://schemas.openxmlformats.org/drawingml/2006/main" r:embed="Rcfce79a2fe2b4df0"/>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112" name="Outcome 3">
            <a:extLst xmlns:a="http://schemas.openxmlformats.org/drawingml/2006/main">
              <a:ext uri="{FF2B5EF4-FFF2-40B4-BE49-F238E27FC236}">
                <a16:creationId xmlns:a16="http://schemas.microsoft.com/office/drawing/2014/main" id="{26547CC9-8135-41ED-9BFC-22C507A474D2}"/>
              </a:ext>
            </a:extLst>
          </p:cNvPr>
          <p:cNvSpPr>
            <a:spLocks xmlns:a="http://schemas.openxmlformats.org/drawingml/2006/main" noGrp="1"/>
          </p:cNvSpPr>
          <p:nvPr/>
        </p:nvSpPr>
        <p:spPr>
          <a:xfrm xmlns:a="http://schemas.openxmlformats.org/drawingml/2006/main" rot="0">
            <a:off x="517207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Created data</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visualisations</a:t>
            </a:r>
          </a:p>
        </p:txBody>
      </p:sp>
      <p:pic>
        <p:nvPicPr>
          <p:cNvPr id="229" name=""/>
          <p:cNvPicPr>
            <a:picLocks xmlns:a="http://schemas.openxmlformats.org/drawingml/2006/main" noChangeAspect="1"/>
          </p:cNvPicPr>
          <p:nvPr/>
        </p:nvPicPr>
        <p:blipFill>
          <a:blip xmlns:r="http://schemas.openxmlformats.org/officeDocument/2006/relationships" xmlns:a="http://schemas.openxmlformats.org/drawingml/2006/main" r:embed="R0400769ba1f341eb"/>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114" name="Outcome 4">
            <a:extLst xmlns:a="http://schemas.openxmlformats.org/drawingml/2006/main">
              <a:ext uri="{FF2B5EF4-FFF2-40B4-BE49-F238E27FC236}">
                <a16:creationId xmlns:a16="http://schemas.microsoft.com/office/drawing/2014/main" id="{187F3B04-FEC3-4210-92EF-63C3A0AB5C6B}"/>
              </a:ext>
            </a:extLst>
          </p:cNvPr>
          <p:cNvSpPr>
            <a:spLocks xmlns:a="http://schemas.openxmlformats.org/drawingml/2006/main" noGrp="1"/>
          </p:cNvSpPr>
          <p:nvPr/>
        </p:nvSpPr>
        <p:spPr>
          <a:xfrm xmlns:a="http://schemas.openxmlformats.org/drawingml/2006/main" rot="0">
            <a:off x="746760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Built a</a:t>
            </a:r>
          </a:p>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prediction model</a:t>
            </a:r>
          </a:p>
        </p:txBody>
      </p:sp>
      <p:sp>
        <p:nvSpPr>
          <p:cNvPr id="115" name="ML outcome qualifier">
            <a:extLst xmlns:a="http://schemas.openxmlformats.org/drawingml/2006/main">
              <a:ext uri="{FF2B5EF4-FFF2-40B4-BE49-F238E27FC236}">
                <a16:creationId xmlns:a16="http://schemas.microsoft.com/office/drawing/2014/main" id="{CB9204DD-9430-4CC5-B67D-DE4AE5C97098}"/>
              </a:ext>
            </a:extLst>
          </p:cNvPr>
          <p:cNvSpPr>
            <a:spLocks xmlns:a="http://schemas.openxmlformats.org/drawingml/2006/main" noGrp="1"/>
          </p:cNvSpPr>
          <p:nvPr/>
        </p:nvSpPr>
        <p:spPr>
          <a:xfrm xmlns:a="http://schemas.openxmlformats.org/drawingml/2006/main" rot="0">
            <a:off x="7410450" y="127063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6500BC"/>
                </a:solidFill>
                <a:latin typeface="Arial Narrow"/>
                <a:ea typeface="Arial Narrow"/>
                <a:cs typeface="Arial Narrow"/>
              </a:defRPr>
            </a:pPr>
            <a:r>
              <a:rPr sz="1200" b="0">
                <a:solidFill>
                  <a:srgbClr val="6500BC"/>
                </a:solidFill>
                <a:latin typeface="Arial Narrow"/>
                <a:ea typeface="Arial Narrow"/>
                <a:cs typeface="Arial Narrow"/>
              </a:rPr>
              <a:t>Machine Learning track</a:t>
            </a:r>
          </a:p>
        </p:txBody>
      </p:sp>
      <p:sp>
        <p:nvSpPr>
          <p:cNvPr id="116" name="Outcomes divider">
            <a:extLst xmlns:a="http://schemas.openxmlformats.org/drawingml/2006/main">
              <a:ext uri="{FF2B5EF4-FFF2-40B4-BE49-F238E27FC236}">
                <a16:creationId xmlns:a16="http://schemas.microsoft.com/office/drawing/2014/main" id="{426A50A9-BD4D-4694-A96F-43B839454911}"/>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Tree>
    <p:extLst>
      <p:ext uri="{BB962C8B-B14F-4D97-AF65-F5344CB8AC3E}">
        <p14:creationId xmlns:p14="http://schemas.microsoft.com/office/powerpoint/2010/main" val="854851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2026-09-28T09:37:42.0360000Z</dcterms:created>
  <dcterms:modified xsi:type="dcterms:W3CDTF">2026-09-28T09:37:42.0360000Z</dcterms:modified>
</coreProperties>
</file>