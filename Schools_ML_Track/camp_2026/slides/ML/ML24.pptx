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ccc00a8-ad6d-68e4-419f-4ebc4ee458b5}">
          <p14:sldIdLst>
            <p14:sldId id="256"/>
            <p14:sldId id="257"/>
            <p14:sldId id="258"/>
            <p14:sldId id="259"/>
            <p14:sldId id="260"/>
            <p14:sldId id="261"/>
            <p14:sldId id="262"/>
          </p14:sldIdLst>
        </p14:section>
        <p14:section name="Block A" id="{3ac21f01-7ec0-9abb-7049-0d45a1f6a4db}">
          <p14:sldIdLst>
            <p14:sldId id="263"/>
            <p14:sldId id="264"/>
            <p14:sldId id="265"/>
            <p14:sldId id="266"/>
            <p14:sldId id="268"/>
          </p14:sldIdLst>
        </p14:section>
        <p14:section name="Break" id="{3e1b13b5-b512-af96-279a-d2ae6d548189}">
          <p14:sldIdLst>
            <p14:sldId id="267"/>
          </p14:sldIdLst>
        </p14:section>
        <p14:section name="Block A" id="{5f19bca1-9a44-f50b-b113-b93b4f1c7530}">
          <p14:sldIdLst/>
        </p14:section>
        <p14:section name="Block B" id="{99fb417a-6658-fae9-ca84-4bf285d0f233}">
          <p14:sldIdLst>
            <p14:sldId id="269"/>
            <p14:sldId id="270"/>
            <p14:sldId id="271"/>
            <p14:sldId id="272"/>
          </p14:sldIdLst>
        </p14:section>
        <p14:section name="Make and close" id="{c295d4fd-393c-9032-b095-02ca4e1bef0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24 and our topic is parent showcase and next steps.
By the end of today you will be able to present your project, explain one decision, make one small code change without AI, and name your next learning goal.
We will answer one question: Can I show and explain my own work with nothing to help but what I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showcase has four parts. You present your five slides. You explain what the number means. You answer questions from the room. Then you make one small change to your own code with nobody helping. This is your chance to show that the work is yours and that you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30 minutes. Final setup and screenshot backup check. Then, 10 minutes. Welcome. After that, 40 minutes. Presentations and questions. Next, 15 minutes. Break. Then, 25 minutes. Unaided code variation for each learner. Then, 20 minutes. Shared feedback and certificates. Last, 40 minutes. Portfolio folder, reflection and next-step plan.
Your families come to see what you built. You show it and answer questions.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showcase. A short event where you present your project to parents and guardians. An example from everyday life. A school open day.
unaided. Done with no AI assistance, with assistant windows closed. Here is a way to see it. A closed-book exam.
completion record. A note of the track finished and the evidence assessed. A small example. A school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portfolio. The folder of your own project files and feedback. Picture this. Your best exercise books.
next step. One learning goal for after the camp. You have seen this before. The next chapter you plan to read.
feedback. A strength and a next step from the instructor. A teacher's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from the room are easier when you have your numbers ready. The plain guess misses by three thousand six hundred and seventeen shillings on the locked trips. Your frozen model misses by two thousand nine hundred and thirty six.
If you do not know an answer, say so, and say how you would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you change one thing in your own code, perhaps a setting or an input. Say what you expect to happen before you run it. Then run it and explain the difference.
If something breaks, read the last line of the error first. That line usually tells you what to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learner has five minutes to present and three minutes for questions. Explain the input, the output and one failure case.
Time to commit to an answer. Write the one decision in your project you will explain if asked.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instructor uses the same demonstration rubric for every learner. You show your own work, explain one decision, and answer an instructor-chosen question about your code unaided. Close assistant windows and turn off generative suggestions. If the technology fails, use the screenshot backup and explain the steps; a short live rerun can be arranged later.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present and explain. I have two questions for you.
Question one. What is a failure case? Say it quietly to yourself before anyone answers.
The answer is this. An input where the model does badly, with a reason.
Question two. What if the laptop fails? Give it thirty seconds and then we will hear a few answers.
Show the backup and explain the workflow. Rerun later if evidence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Say one thing your model gets wrong and why. When you have run it, tell your neighbour what changed and how you know.
Here is what happens. For example: it misses fares for very long trips, because it learned from short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leave, collect your portfolio: the handover notebook, the data file, the one page report and your AI use log. Keep them in one folder.
Then choose one next step. A new question, real data used with permission, or a bigger model tested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instructor chooses one small change to your code, such as a different test size or one more input. Make it and say what you expect.
Your turn to guess. Before the change, predict whether your error will go up or down.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change is small on purpose. It shows that you understand the notebook. A completion record follows the published policy: attendance, both checkpoints, the project and this demonstration. The certificate is issued by the programme provider and is not a university qualification or a certificate from another course provider.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small change, unaided. I have two questions for you.
Question one. What does the certificate show? Give it thirty seconds and then we will hear a few answers.
The track you finished and the evidence that was assessed.
Question two. What is a good next learning goal? Talk it over with your neighbour for a minute.
Here is how I would answer it. One specific thing, such as a second model on the same data, or a chart you did not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Write your next learning goal on one line. Run it, then tell someone what you saw.
What you should find: A specific goal you can start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ML24.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change breaks the notebook. It means this: A name or a cell order changed. To fix it, restart, run all cells, then read the last line of the error.
The next one. You will see: The demonstration is too long. It means this: more than one idea per slide. To fix it, use the five slides and leave the extra detail for questions.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Can I show and explain my own work with nothing to help but what I know?
Write this sentence in your notebook and finish it your own way. I can show my own work, explain one decision, and change one thing in my code without help.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ML24  |  Parent showcase and next steps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Parent showcase</a:t>
            </a:r>
            <a:endParaRPr lang="en-US" sz="5600" dirty="0"/>
          </a:p>
          <a:p>
            <a:pPr algn="l" indent="0" marL="0">
              <a:buNone/>
            </a:pPr>
            <a:r>
              <a:rPr lang="en-US" sz="5600" b="1" dirty="0">
                <a:solidFill>
                  <a:srgbClr val="FFFFFF"/>
                </a:solidFill>
                <a:latin typeface="Lato" pitchFamily="34" charset="0"/>
                <a:ea typeface="Lato" pitchFamily="34" charset="-122"/>
                <a:cs typeface="Lato" pitchFamily="34" charset="-120"/>
              </a:rPr>
              <a:t>and next steps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I show and explain my own work with nothing to help but what I know?</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24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I show and explain my own work</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with nothing to help but what I know?</a:t>
            </a:r>
            <a:endParaRPr lang="en-US" sz="3600" dirty="0"/>
          </a:p>
        </p:txBody>
      </p:sp>
      <p:pic>
        <p:nvPicPr>
          <p:cNvPr id="3" name="Image 0" descr="Four steps of the showcase: present, explain, answer and make a small change unaide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60520"/>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Your families come to see what you built. You show it and answer questions.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showcas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showcase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short event where you present your project to parents and guardians.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school open day.</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unaided">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unaided</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Done with no AI assistance, with assistant windows closed.</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closed-book exam.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ompletion record">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000"/>
              </a:lnSpc>
              <a:buNone/>
            </a:pPr>
            <a:r>
              <a:rPr lang="en-US" sz="2500" b="1" dirty="0">
                <a:solidFill>
                  <a:srgbClr val="111111"/>
                </a:solidFill>
                <a:latin typeface="Lato" pitchFamily="34" charset="0"/>
                <a:ea typeface="Lato" pitchFamily="34" charset="-122"/>
                <a:cs typeface="Lato" pitchFamily="34" charset="-120"/>
              </a:rPr>
              <a:t>completion record</a:t>
            </a:r>
            <a:endParaRPr lang="en-US" sz="25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note of the track finished and the evidence assessed.</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school report.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portfolio">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portfolio</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folder of your own project files and feedback.</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Your best exercise books.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next step">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next step</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learning goal for after the camp.</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next chapter you plan to read.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feedback">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feedback</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strength and a next step from the instructor.</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teacher's comment.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Quote the number you measured when asked</a:t>
            </a:r>
            <a:endParaRPr lang="en-US" sz="3800" dirty="0"/>
          </a:p>
        </p:txBody>
      </p:sp>
      <p:pic>
        <p:nvPicPr>
          <p:cNvPr id="3" name="Image 0" descr="Quote the number you measured when asked">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The final test is your evidence.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One unaided change shows you know your code</a:t>
            </a:r>
            <a:endParaRPr lang="en-US" sz="3700" dirty="0"/>
          </a:p>
        </p:txBody>
      </p:sp>
      <p:pic>
        <p:nvPicPr>
          <p:cNvPr id="3" name="Image 0" descr="One unaided change shows you know your cod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Change one thing in your own notebook.</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Predict the result first.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it and explain the difference.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Present and explain</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the one decision in your project you will explain if asked.</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Present and explain</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instructor uses the same demonstration rubric for every learner.</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You show your own work, explain one decision, and answer an instructor-chosen question about your code unaided.</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Close assistant windows and turn off generative suggestions.</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Present and explain</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a failure case?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if the laptop fails?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Say one thing your model gets wrong and why.</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Your portfolio and your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next step go home with you</a:t>
            </a:r>
            <a:endParaRPr lang="en-US" sz="3600" dirty="0"/>
          </a:p>
        </p:txBody>
      </p:sp>
      <p:pic>
        <p:nvPicPr>
          <p:cNvPr id="3" name="Image 0" descr="Your portfolio and your next step go home with you">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the notebook, data, report and AI log together.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Pick one next step.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a new question next time.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small change, unaided</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Before the change, predict whether your error will go up or down.</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small change, unaided</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change is small on purpose.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It shows that you understand the notebook.</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 completion record follows the published policy: attendance, both checkpoints, the project and this demonstration.</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small change, unaided</a:t>
            </a:r>
            <a:endParaRPr lang="en-US" sz="3800" dirty="0"/>
          </a:p>
        </p:txBody>
      </p:sp>
      <p:pic>
        <p:nvPicPr>
          <p:cNvPr id="3" name="Image 0" descr="Look closely">    </p:cNvPr>
          <p:cNvPicPr>
            <a:picLocks noChangeAspect="1"/>
          </p:cNvPicPr>
          <p:nvPr/>
        </p:nvPicPr>
        <p:blipFill>
          <a:blip r:embed="rId1"/>
          <a:stretch>
            <a:fillRect/>
          </a:stretch>
        </p:blipFill>
        <p:spPr>
          <a:xfrm>
            <a:off x="9326880" y="2194560"/>
            <a:ext cx="2194560" cy="2194560"/>
          </a:xfrm>
          <a:prstGeom prst="rect">
            <a:avLst/>
          </a:prstGeom>
        </p:spPr>
      </p:pic>
      <p:sp>
        <p:nvSpPr>
          <p:cNvPr id="4" name="Text 1"/>
          <p:cNvSpPr txBox="1"/>
          <p:nvPr/>
        </p:nvSpPr>
        <p:spPr>
          <a:xfrm>
            <a:off x="640080" y="1737360"/>
            <a:ext cx="859536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certificate show?</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is a good next learning goal?</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749808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Write your next learning goal on one line.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Present your project, say who helped you, and choose one next learning goal.</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Keep your project folder and feedback after the camp.</a:t>
            </a:r>
            <a:endParaRPr lang="en-US" sz="2800" dirty="0"/>
          </a:p>
          <a:p>
            <a:pPr algn="l" indent="0" marL="0">
              <a:lnSpc>
                <a:spcPts val="3360"/>
              </a:lnSpc>
              <a:spcAft>
                <a:spcPts val="2020"/>
              </a:spcAft>
              <a:buNone/>
            </a:pPr>
            <a:r>
              <a:rPr lang="en-US" sz="2800" dirty="0">
                <a:solidFill>
                  <a:srgbClr val="111111"/>
                </a:solidFill>
                <a:latin typeface="Lato" pitchFamily="34" charset="0"/>
                <a:ea typeface="Lato" pitchFamily="34" charset="-122"/>
                <a:cs typeface="Lato" pitchFamily="34" charset="-120"/>
              </a:rPr>
              <a:t>Save it as ML24.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change breaks the notebook</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name or a cell order changed.</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Restart, run all cells, then read the last line of the error.</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demonstration is too long</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More than one idea per slide.</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the five slides and leave the extra detail for questions.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show my own work, explain one decision, and change one thing in my code without help.</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ML24 Parent showcase and next steps</dc:title>
  <dc:subject>Machine Learning</dc:subject>
  <dc:creator>KLAi</dc:creator>
  <cp:lastModifiedBy>KLAi</cp:lastModifiedBy>
  <cp:revision>1</cp:revision>
  <dcterms:created xsi:type="dcterms:W3CDTF">2026-10-31T12:44:50Z</dcterms:created>
  <dcterms:modified xsi:type="dcterms:W3CDTF">2026-10-31T12:44:50Z</dcterms:modified>
</cp:coreProperties>
</file>