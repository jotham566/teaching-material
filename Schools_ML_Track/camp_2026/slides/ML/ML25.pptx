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c532efb-b812-9dda-0380-a2031201177d}">
          <p14:sldIdLst>
            <p14:sldId id="256"/>
            <p14:sldId id="257"/>
            <p14:sldId id="258"/>
            <p14:sldId id="259"/>
          </p14:sldIdLst>
        </p14:section>
        <p14:section name="Block A" id="{f9aa412e-7c41-e71f-23fb-4d45beaab02c}">
          <p14:sldIdLst>
            <p14:sldId id="260"/>
            <p14:sldId id="261"/>
            <p14:sldId id="262"/>
            <p14:sldId id="263"/>
          </p14:sldIdLst>
        </p14:section>
        <p14:section name="Make and close" id="{e95b6e8b-37d1-648d-82f2-4f87feee4d76}">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25 and our topic is A first neural network, and why bigger is not automatically better.
By the end of today you will be able to compare a small neural network with a decision tree and a baseline, and say why a bigger model is not automatically better.
We will answer one question: Does a neural network beat a small tree on 150 flowers?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small neural network. Four circles on the left take the four flower measurements. Eight hidden circles in the middle combine them. Three circles on the right stand for the three species. Each line carries a weight, the same kind of number you met in the weighted sum. The question for today is whether this bigger model is worth the extra trouble on a small set of flowers.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know a weighted sum from the matrix lab. Multiply each input by its weight and add the results. A neural network does this again and again, with many weights, and the weights are learned from examples.
Nothing else is hiding inside. It is the same arithmetic,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flower measurements run over different ranges. Petal length covers about six centimetres, petal width only about two. A network trains poorly when numbers are on such different scales.
Scaling moves every column to centre on zero and a similar width, and the network learns much more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optional notebook is not assessed. It uses scikit-learn's MLPClassifier, a small neural network, on the iris flowers.
This is the part where you decide. Predict whether the network will score higher than the depth 3 tree. Write it on paper. It does not have to be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On 150 flowers a neural network has no advantage over a small tree. A bigger model is not automatically a better one, and it needs more data, more care and more checking.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network, a tree and a baseline. I have two questions for you.
Question one. Why scale the inputs first? Give it thirty seconds and then we will hear a few answers.
What I would say is this. Networks learn badly from numbers on very different scales.
Question two. What would convince you a network is worth using? Talk it over with your neighbour for a minute.
Let me answer it. A clear gain on data it has not seen, after the baseline and the tree are beaten.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hidden_layer_sizes from (8,) to (16,) and run it again. Then explain to your neighbour what the change did.
The result: The score changes a little. A bigger network is not automatically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do the real work yourself. Start with the first step. If you get stuck for a few minutes, read your error message, check the error card, and then ask me.
Save it as ML25.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are likely to go wrong today. It helps to know them before they happen.
This is the first one. You will see: ConvergenceWarning. It means this: the network stopped before it finished learning. To fix it, raise max_iter and run it again.
The next one. You will see: Scores change every run. It means this: the random_state is missing. To fix it, set random_state=7 so the run repeats.
If you meet one of these, fix it and carry on. It happens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finish, go back to the question we began with: Does a neural network beat a small tree on 150 flowers?
Copy this sentence into your notebook and make it yours. A bigger model is not automatically a better one, and I check it against a baseline.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ML25  |  A first neural network, and why bigger is not automatically better</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300" b="1" dirty="0">
                <a:solidFill>
                  <a:srgbClr val="FFFFFF"/>
                </a:solidFill>
                <a:latin typeface="Lato" pitchFamily="34" charset="0"/>
                <a:ea typeface="Lato" pitchFamily="34" charset="-122"/>
                <a:cs typeface="Lato" pitchFamily="34" charset="-120"/>
              </a:rPr>
              <a:t>A first neural network, and why bigger is not automatically better</a:t>
            </a:r>
            <a:endParaRPr lang="en-US" sz="5300" dirty="0"/>
          </a:p>
        </p:txBody>
      </p:sp>
      <p:sp>
        <p:nvSpPr>
          <p:cNvPr id="3" name="Text 1"/>
          <p:cNvSpPr txBox="1"/>
          <p:nvPr/>
        </p:nvSpPr>
        <p:spPr>
          <a:xfrm>
            <a:off x="640080" y="40868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a neural network beat a small tree on 150 flowers?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Optional extension after session 24</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a neural network beat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 small tree on 150 flowers?</a:t>
            </a:r>
            <a:endParaRPr lang="en-US" sz="3600" dirty="0"/>
          </a:p>
        </p:txBody>
      </p:sp>
      <p:pic>
        <p:nvPicPr>
          <p:cNvPr id="3" name="Image 0" descr="A small neural network with four inputs, eight hidden units and three outputs">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network repeats the weighted sum many times</a:t>
            </a:r>
            <a:endParaRPr lang="en-US" sz="3700" dirty="0"/>
          </a:p>
        </p:txBody>
      </p:sp>
      <p:pic>
        <p:nvPicPr>
          <p:cNvPr id="3" name="Image 0" descr="A network repeats the weighted sum many time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Each line in the network carries a weight like these.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Scaling puts every measurement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on a similar footing</a:t>
            </a:r>
            <a:endParaRPr lang="en-US" sz="3600" dirty="0"/>
          </a:p>
        </p:txBody>
      </p:sp>
      <p:pic>
        <p:nvPicPr>
          <p:cNvPr id="3" name="Image 0" descr="Scaling puts every measurement on a similar footing">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Petal length runs wider than petal width.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Scaling centres each column on zero.</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Networks learn badly without it.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network, a tree and a baseline</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whether the network will score higher than the depth 3 tree.</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network, a tree and a baseline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On 150 flowers a neural network has no advantage over a small tree.</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A bigger model is not automatically a better one, and it needs more data, more care and more checking.</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network, a tree and a baseline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scale the inputs first?</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convince you a network is worth using?</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hidden_layer_sizes from (8,) to (16,) and run it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Write two sentences: which model scored best and whether the difference is big enough to matter.</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ML25.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ConvergenceWarning</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network stopped before it finished learning.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Raise max_iter and run it again.</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Scores change every run</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random_state is missing.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Set random_state=7 so the run repeats.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bigger model is not automatically a better one, and I check it against a baseline.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ML25 A first neural network, and why bigger is not automatically better</dc:title>
  <dc:subject>Machine Learning</dc:subject>
  <dc:creator>KLAi</dc:creator>
  <cp:lastModifiedBy>KLAi</cp:lastModifiedBy>
  <cp:revision>1</cp:revision>
  <dcterms:created xsi:type="dcterms:W3CDTF">2026-10-31T12:33:18Z</dcterms:created>
  <dcterms:modified xsi:type="dcterms:W3CDTF">2026-10-31T12:33:18Z</dcterms:modified>
</cp:coreProperties>
</file>