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734972-eba6-a3c6-1bbb-8377b92f518a}">
          <p14:sldIdLst>
            <p14:sldId id="256"/>
            <p14:sldId id="257"/>
            <p14:sldId id="258"/>
            <p14:sldId id="259"/>
            <p14:sldId id="260"/>
            <p14:sldId id="261"/>
            <p14:sldId id="262"/>
          </p14:sldIdLst>
        </p14:section>
        <p14:section name="Block A" id="{d67587dd-b0a3-59e9-2407-db198cec57c1}">
          <p14:sldIdLst>
            <p14:sldId id="263"/>
            <p14:sldId id="264"/>
            <p14:sldId id="265"/>
            <p14:sldId id="266"/>
            <p14:sldId id="268"/>
            <p14:sldId id="269"/>
          </p14:sldIdLst>
        </p14:section>
        <p14:section name="Break" id="{b147239e-452a-e96a-3001-9348352e68f8}">
          <p14:sldIdLst>
            <p14:sldId id="267"/>
          </p14:sldIdLst>
        </p14:section>
        <p14:section name="Block A" id="{fd8dcb68-73b5-6d7e-5c62-4cbda7de0cae}">
          <p14:sldIdLst/>
        </p14:section>
        <p14:section name="Block B" id="{aa6c30aa-3b1e-c12b-9381-0e11ad8652be}">
          <p14:sldIdLst>
            <p14:sldId id="270"/>
            <p14:sldId id="271"/>
            <p14:sldId id="272"/>
            <p14:sldId id="273"/>
            <p14:sldId id="274"/>
          </p14:sldIdLst>
        </p14:section>
        <p14:section name="Make and close" id="{5f78477a-990b-05a9-05e3-64b0a7d71cc2}">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7 and our topic is tables and reading a CSV file.
By the end of today you will be able to read a CSV file into a pandas table and say how many rows and columns it has.
We will answer one question: How many sales are in the practice shop file, and what does each one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black box at the top. It is a plain text file, and each line is one sale of a book, a pen or a juice. The first line holds the names of the columns. Python reads that file and turns it into a table with rows and columns. At the bottom right is the size of the table: sixty rows and five columns. Today you learn to read this picture. The question is how many sales are in the file and what each one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row and column. A row is one record across the table. A column is one kind of fact down the table. Picture this. One line of a register and one heading of the register.
header. The name written at the top of each column. You have seen this before. The title above a column in an exercise book.
CSV file. A plain text file where each line is a row and commas split the columns. A register copied as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library and import. A library is code other people wrote. import loads it into your notebook. Think of a shop. Borrowing a toolbox from the workshop.
DataFrame. The pandas name for a table inside Python. Imagine it like this. A spreadsheet that lives in the notebook.
shape. The number of rows and columns, written as a pair. An example from everyday life. Counting how many lines and headings a register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table is a grid. Each row across is one record, so here one row is one sale. Each column down is one kind of fact, such as the item or the number of units. The headers on top name the columns, so you never have to guess what a column holds.
Pick any cell in the picture. Say which row it is in and which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Python a table is called a DataFrame. You can build a small one by hand. Give it a list for each column, and the first item of every list lands in the first row.
Look at the code and predict how many rows the table will have. Count the items in one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is a library for tables.
This is the part where you decide. Predict how many rows and columns the table has.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table has 3 rows and 2 columns, so shape prints (3, 2). The headers are item and units. import pandas as pd loads the library and gives it the short name pd. A table made this way is a DataFrame. The dot after sales reaches a property that belongs to that table.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build a small table. I have two questions for you.
Question one. What does the first number of shape count? Give it thirty seconds and then we will hear a few answers.
What I would say is this. Rows. The second number counts columns.
Question two. Where do the headers come from? Talk it over with your neighbour for a minute.
Let me answer it. From the names in the curly brackets: item and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Add a fourth sale, Pen with 4 units, to both lists and run again. Then explain to your neighbour what the change did.
The result: shape becomes (4,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CSV file stores a table as simple text. Each line is one row and a comma separates the columns. Because it is plain text, any program can open it.
This term you will meet three of them. The shop file holds one sale on each row. The homes file holds one home on each row. Both are invented for practice, so they say nothing about real shops or real 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you read a file, ask for its shape. It gives two numbers. The first is the number of rows and the second is the number of columns.
For the shop file you should see sixty and five. If you see something else, you may have opened the wrong file, and it is better to find out now than after an hour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camp_shop.csv sits beside your notebook. Read it into a table and look at the first rows.
Make a prediction. Predict how many rows camp_shop.csv has and which headers it shows.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table has 60 rows and 5 columns, so shape prints (60, 5). The headers are sale_id, date, item, units and unit_price_ugx. read_csv reads the file into a DataFrame and head shows its first five rows. The unit of money is in the header: unit_price_ugx is in shillings.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the practice shop file. I have two questions for you.
Question one. Why is the unit written in the header name unit_price_ugx? Talk it over with your neighbour for a minute.
Let me answer it. A number without a unit is easy to misread. The header says the price is in shillings.
Question two. What do the 60 rows stand for? Think about it for a moment, then tell the person next to you.
The answer is this. Sixty sales. Each row is one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Show the first 10 rows by writing 10 inside the brackets of head. When you have run it, tell your neighbour what changed and how you know.
Here is what happens. Ten rows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path again. A text file holds the sales. One line of pandas reads it into a table. One more line reports the shape.
In the next session you will ask this table questions, starting with which item earns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FileNotFoundError: No such file or directory. It means this: the CSV file is not beside the notebook. To fix it, move the file into the same folder as the notebook, or ask the instructor.
The next one. You will see: ModuleNotFoundError: No module named 'pandas'. It means this: the prepared camp environment is not active. To fix it, tell the instructor. Do not install packages.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many sales are in the practice shop file, and what does each one record?
Copy this sentence into your notebook and make it yours. A CSV file becomes a table of rows and columns, and shape tells me how big it is.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ML07  |  Tables and reading a CSV file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Tables and reading a CSV file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many sales are in the practice shop file, and what does each one record?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7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many sales are in the practice shop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file, and what does each one record?</a:t>
            </a:r>
            <a:endParaRPr lang="en-US" sz="3600" dirty="0"/>
          </a:p>
        </p:txBody>
      </p:sp>
      <p:pic>
        <p:nvPicPr>
          <p:cNvPr id="3" name="Image 0" descr="A CSV file of sales turned into a table of 60 rows and 5 column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ow and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row and column</a:t>
            </a:r>
            <a:endParaRPr lang="en-US" sz="29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is one record across the table. A column is one kind of fact down the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of a register and one heading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ead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header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written at the top of each column.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title above a column in an exercise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SV fi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CSV file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plain text file where each line is a row and commas split the columns.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register copied as text.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ibrary and impo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library and import</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library is code other people wrote. import loads it into your notebook.</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Borrowing a toolbox from the workshop.</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ataFr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DataFrame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pandas name for a table inside Python.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spreadsheet that lives in the notebook.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ha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number of rows and columns, written as a pair.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how many lines and headings a register has.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One row is one record, one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column one kind of fact</a:t>
            </a:r>
            <a:endParaRPr lang="en-US" sz="3600" dirty="0"/>
          </a:p>
        </p:txBody>
      </p:sp>
      <p:pic>
        <p:nvPicPr>
          <p:cNvPr id="3" name="Image 0" descr="One row is one record, one column one kind of fac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Headers name the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records one sale.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cell sits in one row and one column.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Three short lists become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with one line of code</a:t>
            </a:r>
            <a:endParaRPr lang="en-US" sz="3600" dirty="0"/>
          </a:p>
        </p:txBody>
      </p:sp>
      <p:pic>
        <p:nvPicPr>
          <p:cNvPr id="3" name="Image 0" descr="Three short lists become a table with one line of cod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list becomes one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fills in the row numbers.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table is called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Build a small table</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sales = pd.DataFrame(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 5,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print(sales.shape)</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rows and columns the table has.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Build a small table</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item  units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Book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Pen      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Book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table has 3 rows and 2 columns, so shape prints (3, 2).</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headers are item and units.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import pandas as pd loads the library and gives it the short name pd.</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table made this way is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Build a small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first number of shape count?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Where do the headers come from?</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fourth sale, Pen with 4 units, to both lists and run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981452"/>
          </a:xfrm>
          <a:prstGeom prst="roundRect">
            <a:avLst>
              <a:gd name="adj" fmla="val 2454"/>
            </a:avLst>
          </a:prstGeom>
          <a:solidFill>
            <a:srgbClr val="111111"/>
          </a:solidFill>
          <a:ln/>
        </p:spPr>
      </p:sp>
      <p:sp>
        <p:nvSpPr>
          <p:cNvPr id="5" name="Text 3"/>
          <p:cNvSpPr txBox="1"/>
          <p:nvPr/>
        </p:nvSpPr>
        <p:spPr>
          <a:xfrm>
            <a:off x="7424928" y="1938528"/>
            <a:ext cx="3895344" cy="257911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pandas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sales = pd.DataFrame(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"item"</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 5, 3]</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print(sales.shape)</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CSV file is a table written as plain text</a:t>
            </a:r>
            <a:endParaRPr lang="en-US" sz="3800" dirty="0"/>
          </a:p>
        </p:txBody>
      </p:sp>
      <p:pic>
        <p:nvPicPr>
          <p:cNvPr id="3" name="Image 0" descr="A CSV file is a table written as plain tex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One line is one row. Commas separate the columns. Our files hold shop sales and invented homes.</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Shape gives rows first and columns second</a:t>
            </a:r>
            <a:endParaRPr lang="en-US" sz="3800" dirty="0"/>
          </a:p>
        </p:txBody>
      </p:sp>
      <p:pic>
        <p:nvPicPr>
          <p:cNvPr id="3" name="Image 0" descr="Shape gives rows first and columns secon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shop file has shape 60 by 5.</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shape straight after reading a file.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wrong shape means a wrong file.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the practice shop file</a:t>
            </a:r>
            <a:endParaRPr lang="en-US" sz="3800" dirty="0"/>
          </a:p>
        </p:txBody>
      </p:sp>
      <p:sp>
        <p:nvSpPr>
          <p:cNvPr id="3" name="Shape 1"/>
          <p:cNvSpPr/>
          <p:nvPr/>
        </p:nvSpPr>
        <p:spPr>
          <a:xfrm>
            <a:off x="640080" y="1645920"/>
            <a:ext cx="6035040" cy="2007362"/>
          </a:xfrm>
          <a:prstGeom prst="roundRect">
            <a:avLst>
              <a:gd name="adj" fmla="val 3644"/>
            </a:avLst>
          </a:prstGeom>
          <a:solidFill>
            <a:srgbClr val="111111"/>
          </a:solidFill>
          <a:ln/>
        </p:spPr>
      </p:sp>
      <p:sp>
        <p:nvSpPr>
          <p:cNvPr id="4" name="Text 2"/>
          <p:cNvSpPr txBox="1"/>
          <p:nvPr/>
        </p:nvSpPr>
        <p:spPr>
          <a:xfrm>
            <a:off x="841248" y="1847088"/>
            <a:ext cx="5632704" cy="160502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print(shop.head())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print(shop.shape)</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print(list(shop.columns))</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rows camp_shop.csv has and which headers it shows.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the practice shop file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table has 60 rows and 5 columns, so shape prints (60, 5).</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headers are sale_id, date, item, units and unit_price_ugx.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read_csv reads the file into a DataFrame and head shows its first five rows.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the practice shop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unit written in the header name unit_price_ugx?</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60 rows stand for?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first 10 rows by writing 10 inside the brackets of head.</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file, the code and the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show the same sales</a:t>
            </a:r>
            <a:endParaRPr lang="en-US" sz="3600" dirty="0"/>
          </a:p>
        </p:txBody>
      </p:sp>
      <p:pic>
        <p:nvPicPr>
          <p:cNvPr id="3" name="Image 0" descr="The file, the code and the table show the same sal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Read the headers first, then the shape.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Read synthetic_homes.csv. Show its first rows and its shape. Say what each row stands for and what unit rent_ugx is in.</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ML07.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No such file or directory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CSV file is not beside the notebook.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Move the file into the same folder as the notebook, or ask the instructor.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'pandas'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prepared camp environment is not active.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CSV file becomes a table of rows and columns, and shape tells me how big it is.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ML07 Tables and reading a CSV file</dc:title>
  <dc:subject>Machine Learning</dc:subject>
  <dc:creator>KLAi</dc:creator>
  <cp:lastModifiedBy>KLAi</cp:lastModifiedBy>
  <cp:revision>1</cp:revision>
  <dcterms:created xsi:type="dcterms:W3CDTF">2026-10-31T12:26:28Z</dcterms:created>
  <dcterms:modified xsi:type="dcterms:W3CDTF">2026-10-31T12:26:28Z</dcterms:modified>
</cp:coreProperties>
</file>