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6560661-b302-dec0-df11-6b0404307f5f}">
          <p14:sldIdLst>
            <p14:sldId id="256"/>
            <p14:sldId id="257"/>
            <p14:sldId id="258"/>
            <p14:sldId id="259"/>
            <p14:sldId id="260"/>
            <p14:sldId id="261"/>
          </p14:sldIdLst>
        </p14:section>
        <p14:section name="Block A" id="{f2936caa-f4da-62c5-fa85-5af27183d4f0}">
          <p14:sldIdLst>
            <p14:sldId id="262"/>
            <p14:sldId id="263"/>
            <p14:sldId id="264"/>
            <p14:sldId id="265"/>
            <p14:sldId id="267"/>
            <p14:sldId id="268"/>
          </p14:sldIdLst>
        </p14:section>
        <p14:section name="Break" id="{72babc36-1e46-943b-5e38-411d6abb2552}">
          <p14:sldIdLst>
            <p14:sldId id="266"/>
          </p14:sldIdLst>
        </p14:section>
        <p14:section name="Block A" id="{335b4a99-dff0-0a1c-a7af-35a16b89d482}">
          <p14:sldIdLst/>
        </p14:section>
        <p14:section name="Block B" id="{38de8bb5-473a-06b9-fdc9-07c1f17d1a0a}">
          <p14:sldIdLst>
            <p14:sldId id="269"/>
            <p14:sldId id="270"/>
            <p14:sldId id="271"/>
            <p14:sldId id="272"/>
          </p14:sldIdLst>
        </p14:section>
        <p14:section name="Make and close" id="{d0c61c36-8bfc-9d75-6ff4-c8f06210b86e}">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go. Today is session 23 and our topic is explain the project to a parent.
By the end of today you will be able to explain your project in five minutes with five slides, one demonstration, one chart and one limit, without jargon.
We will answer one question: Can a parent say what my model predicts, how I tested it and why it is 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showcase has five slides, one for each of these ideas. The question, the data, the test, the result and the limit. Five minutes in all, with no jargon a parent would stumble over. Today you build the five slides and rehearse them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40 minutes. Five slides. After that, 15 minutes. Break. Next, 50 minutes. Rehearsals with a timer. Then, 20 minutes. Optional modern-AI orientation or second rehearsal. Then, 30 minutes. Individual feedback. Last, 15 minutes. Save backups and exit check.
You build five slides, then rehearse in turn with a timer. Ask me now if any part of the plan is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claim. A statement that needs a visible result. I say the model predicts fares to within about UGX 3000.
demonstration. Showing your own work running or explaining its steps. Think of a shop. Showing the dish you cooked.
audience. The people listening and what they already know. Imagine it like this. The parents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backup. A screenshot or saved file you can show if the laptop fails. An example from everyday life. A spare key.
disclosure. Saying where help or AI was used. Here is a way to see it. Thanking those who helped.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claim. The model guesses fares better than a plain guess. Then show the two numbers that support it: the plain guess misses by three thousand six hundred and seventeen, the model by two thousand nine hundred and thirty six.
A claim with no number is only an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five slides: my question; what data I used; what I built; my result against the baseline; the limit and the next step. Say what a prediction, a feature and a target are in plain words.
Now your guess. Write on a card, in one sentence each, what a prediction, a feature and a target mean for your project. Jot it on paper before anyone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output as it appears. Match each line of the output with the line of code that made it.
A listener should be able to say what was predicted, how it was tested and why the result is limited. One chart and one worked prediction say more than a list of library names. Show only approved, non-personal data. Prepare a screenshot backup and disclose any assistance. Publishing online is optional and needs agreement.
Tell the person next to you whether your guess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five slides, five minutes. I have two questions for you.
Question one. What makes a slide too crowded? Write your answer in one line before we compare.
Here is how I would answer it. More than one idea, or code the audience cannot read from the back.
Question two. What belongs on the limit slide? Say it quietly to yourself before anyone answers.
What I would say is this. That the data is invented, the test is small, and the model is a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hands on the keyboard now. Time yourself giving the five slides without looking at notes. Run it, then tell someone what you saw.
What you should find: Five minutes is enough for one question, one demonstration and one chart. Cut anything that takes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 is the same for everyone. The words change. To a parent you say that it guesses the fare from the distance, and was tested on trips it never saw. To a classmate you can name the method.
Write your sentence for a parent first. If they would understand it, the rest is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Laptops fail at the worst moments. Keep a screenshot of your saved output, so you can carry on if the live run breaks. And if an AI assistant helped you, say so on the last slide.
Being open about help is part of doing honest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talk to a partner and answer one question. Your partner says back what the model predicts and how you tested it.
This is the part where you decide. Predict the question a parent is most likely to ask. Guess on paper first. Surprises are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Common parent questions: where did this number come from, what did you leave out, and what cannot this model tell us. Answer by pointing to the chart or the table. If the partner cannot repeat your target and baseline, replace explanation with a worked example.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rehearse and receive feedback. I have two questions for you.
Question one. If the explanation is mostly code, what should replace it? Say it quietly to yourself before anyone answers.
What I would say is this. The question, a labelled chart and a worked prediction.
Question two. Is it fine to say I do not know? Give it thirty seconds and then we will hear a few answers.
Let me answer it. Yes, and say what you would check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Say your project's limit in one sentence a younger student would follow. After you run it, say in one sentence what changed and how you checked.
You should see this. For example: The fares are invented, so this shows how a model works and not what real riders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ML23.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The slides run over five minutes. It means this: there are more than five ideas. To fix it, keep one idea per slide and cut the rest.
The next one. You will see: The demonstration does not run. It means this: the notebook was not restarted or the data file was moved. To fix it, show the screenshot backup and explain the steps.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Can a parent say what my model predicts, how I tested it and why it is limited?
Finish this sentence in your notebook, in your own words. A parent can say what my model predicts, how it was tested and why it is limited.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ML23  |  Explain the project to a parent</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1.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Explain the project to a parent</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Can a parent say what my model predicts, how I tested it and why it is limited?</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23 of 24  |  Week 8, Hand over</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Can a parent say what my model predicts,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how I tested it and why it is limited?</a:t>
            </a:r>
            <a:endParaRPr lang="en-US" sz="3600" dirty="0"/>
          </a:p>
        </p:txBody>
      </p:sp>
      <p:pic>
        <p:nvPicPr>
          <p:cNvPr id="3" name="Image 0" descr="Five slide cards in a row: question, data, test, result and limit">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Today's plan in minutes</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60520"/>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You build five slides, then rehearse in turn with a timer.</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claim">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claim</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statement that needs a visible result.</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I say the model predicts fares to within about UGX 3000.</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demonstration">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600"/>
              </a:lnSpc>
              <a:buNone/>
            </a:pPr>
            <a:r>
              <a:rPr lang="en-US" sz="3000" b="1" dirty="0">
                <a:solidFill>
                  <a:srgbClr val="111111"/>
                </a:solidFill>
                <a:latin typeface="Lato" pitchFamily="34" charset="0"/>
                <a:ea typeface="Lato" pitchFamily="34" charset="-122"/>
                <a:cs typeface="Lato" pitchFamily="34" charset="-120"/>
              </a:rPr>
              <a:t>demonstration</a:t>
            </a:r>
            <a:endParaRPr lang="en-US" sz="30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Showing your own work running or explaining its steps.</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Showing the dish you cooked.</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audienc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audience</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people listening and what they already know.</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parents in the room.</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backup">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554480"/>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backup</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screenshot or saved file you can show if the laptop fails.</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spare key.</a:t>
            </a:r>
            <a:endParaRPr lang="en-US" sz="1900" dirty="0"/>
          </a:p>
        </p:txBody>
      </p:sp>
      <p:sp>
        <p:nvSpPr>
          <p:cNvPr id="7" name="Shape 4"/>
          <p:cNvSpPr/>
          <p:nvPr/>
        </p:nvSpPr>
        <p:spPr>
          <a:xfrm>
            <a:off x="640080" y="3392424"/>
            <a:ext cx="10881360" cy="0"/>
          </a:xfrm>
          <a:prstGeom prst="line">
            <a:avLst/>
          </a:prstGeom>
          <a:noFill/>
          <a:ln w="12700">
            <a:solidFill>
              <a:srgbClr val="CFCFCF"/>
            </a:solidFill>
            <a:prstDash val="solid"/>
          </a:ln>
        </p:spPr>
      </p:sp>
      <p:pic>
        <p:nvPicPr>
          <p:cNvPr id="8" name="Image 1" descr="disclosure">    </p:cNvPr>
          <p:cNvPicPr>
            <a:picLocks noChangeAspect="1"/>
          </p:cNvPicPr>
          <p:nvPr/>
        </p:nvPicPr>
        <p:blipFill>
          <a:blip r:embed="rId2"/>
          <a:stretch>
            <a:fillRect/>
          </a:stretch>
        </p:blipFill>
        <p:spPr>
          <a:xfrm>
            <a:off x="640080" y="3520440"/>
            <a:ext cx="1188720" cy="1188720"/>
          </a:xfrm>
          <a:prstGeom prst="rect">
            <a:avLst/>
          </a:prstGeom>
        </p:spPr>
      </p:pic>
      <p:sp>
        <p:nvSpPr>
          <p:cNvPr id="9" name="Text 5"/>
          <p:cNvSpPr txBox="1"/>
          <p:nvPr/>
        </p:nvSpPr>
        <p:spPr>
          <a:xfrm>
            <a:off x="2011680" y="3474720"/>
            <a:ext cx="2926080" cy="1554480"/>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disclosure</a:t>
            </a:r>
            <a:endParaRPr lang="en-US" sz="3400" dirty="0"/>
          </a:p>
        </p:txBody>
      </p:sp>
      <p:sp>
        <p:nvSpPr>
          <p:cNvPr id="10" name="Text 6"/>
          <p:cNvSpPr txBox="1"/>
          <p:nvPr/>
        </p:nvSpPr>
        <p:spPr>
          <a:xfrm>
            <a:off x="5120640" y="352044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Saying where help or AI was used.</a:t>
            </a:r>
            <a:endParaRPr lang="en-US" sz="2200" dirty="0"/>
          </a:p>
        </p:txBody>
      </p:sp>
      <p:sp>
        <p:nvSpPr>
          <p:cNvPr id="11" name="Text 7"/>
          <p:cNvSpPr txBox="1"/>
          <p:nvPr/>
        </p:nvSpPr>
        <p:spPr>
          <a:xfrm>
            <a:off x="5120640" y="394716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Thanking those who helped.</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claim stands on the numbers that support it</a:t>
            </a:r>
            <a:endParaRPr lang="en-US" sz="3800" dirty="0"/>
          </a:p>
        </p:txBody>
      </p:sp>
      <p:pic>
        <p:nvPicPr>
          <p:cNvPr id="3" name="Image 0" descr="A claim stands on the numbers that support i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State the claim in one sentence.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Give the plain guess error.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Give the model error beside it.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Five slides, five minutes</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on a card, in one sentence each, what a prediction, a feature and a target mean for your project.</a:t>
            </a:r>
            <a:endParaRPr lang="en-US" sz="3200" dirty="0"/>
          </a:p>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your guess on paper before we run it.</a:t>
            </a:r>
            <a:endParaRPr lang="en-US" sz="32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Five slides, five minutes</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A listener should be able to say what was predicted, how it was tested and why the result is limited.</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One chart and one worked prediction say more than a list of library names.</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Show only approved, non-personal data.</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Five slides, five minutes</a:t>
            </a:r>
            <a:endParaRPr lang="en-US" sz="3800" dirty="0"/>
          </a:p>
        </p:txBody>
      </p:sp>
      <p:pic>
        <p:nvPicPr>
          <p:cNvPr id="3" name="Image 0" descr="Look closely">    </p:cNvPr>
          <p:cNvPicPr>
            <a:picLocks noChangeAspect="1"/>
          </p:cNvPicPr>
          <p:nvPr/>
        </p:nvPicPr>
        <p:blipFill>
          <a:blip r:embed="rId1"/>
          <a:stretch>
            <a:fillRect/>
          </a:stretch>
        </p:blipFill>
        <p:spPr>
          <a:xfrm>
            <a:off x="9326880" y="2194560"/>
            <a:ext cx="2194560" cy="2194560"/>
          </a:xfrm>
          <a:prstGeom prst="rect">
            <a:avLst/>
          </a:prstGeom>
        </p:spPr>
      </p:pic>
      <p:sp>
        <p:nvSpPr>
          <p:cNvPr id="4" name="Text 1"/>
          <p:cNvSpPr txBox="1"/>
          <p:nvPr/>
        </p:nvSpPr>
        <p:spPr>
          <a:xfrm>
            <a:off x="640080" y="1737360"/>
            <a:ext cx="859536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makes a slide too crowded?</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belongs on the limit slide?</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749808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Time yourself giving the five slides without looking at notes.</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Say the finding in words your listener knows</a:t>
            </a:r>
            <a:endParaRPr lang="en-US" sz="3800" dirty="0"/>
          </a:p>
        </p:txBody>
      </p:sp>
      <p:pic>
        <p:nvPicPr>
          <p:cNvPr id="3" name="Image 0" descr="Say the finding in words your listener know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parent wants the idea.</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classmate wants the method.</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Choose words for the person in front of you.</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Prepare a backup demo and say if AI helped</a:t>
            </a:r>
            <a:endParaRPr lang="en-US" sz="3800" dirty="0"/>
          </a:p>
        </p:txBody>
      </p:sp>
      <p:pic>
        <p:nvPicPr>
          <p:cNvPr id="3" name="Image 0" descr="Prepare a backup demo and say if AI helped">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Keep a screenshot of the saved output.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Use it if the live run fails.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Disclose any AI help on the last slide.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Rehearse and receive feedback</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Predict the question a parent is most likely to ask.</a:t>
            </a:r>
            <a:endParaRPr lang="en-US" sz="3200" dirty="0"/>
          </a:p>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your guess on paper before we run it.</a:t>
            </a:r>
            <a:endParaRPr lang="en-US" sz="32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Rehearse and receive feedback</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Common parent questions: where did this number come from, what did you leave out, and what cannot this model tell us.</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Answer by pointing to the chart or the table.</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If the partner cannot repeat your target and baseline, replace explanation with a worked example.</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Rehearse and receive feedback</a:t>
            </a:r>
            <a:endParaRPr lang="en-US" sz="3800" dirty="0"/>
          </a:p>
        </p:txBody>
      </p:sp>
      <p:pic>
        <p:nvPicPr>
          <p:cNvPr id="3" name="Image 0" descr="Look closely">    </p:cNvPr>
          <p:cNvPicPr>
            <a:picLocks noChangeAspect="1"/>
          </p:cNvPicPr>
          <p:nvPr/>
        </p:nvPicPr>
        <p:blipFill>
          <a:blip r:embed="rId1"/>
          <a:stretch>
            <a:fillRect/>
          </a:stretch>
        </p:blipFill>
        <p:spPr>
          <a:xfrm>
            <a:off x="9326880" y="2194560"/>
            <a:ext cx="2194560" cy="2194560"/>
          </a:xfrm>
          <a:prstGeom prst="rect">
            <a:avLst/>
          </a:prstGeom>
        </p:spPr>
      </p:pic>
      <p:sp>
        <p:nvSpPr>
          <p:cNvPr id="4" name="Text 1"/>
          <p:cNvSpPr txBox="1"/>
          <p:nvPr/>
        </p:nvSpPr>
        <p:spPr>
          <a:xfrm>
            <a:off x="640080" y="1737360"/>
            <a:ext cx="859536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If the explanation is mostly code, what should replace it?</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Is it fine to say I do not know?</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749808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Say your project's limit in one sentence a younger student would follow.</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Practise defining prediction, feature and target without jargon. Save a screenshot backup of your demonstration and disclose any AI assistance.</a:t>
            </a:r>
            <a:endParaRPr lang="en-US" sz="3000" dirty="0"/>
          </a:p>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Save it as ML23. Write two sentences: what you changed and how you checked it.</a:t>
            </a:r>
            <a:endParaRPr lang="en-US" sz="30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slides run over five minutes</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There are more than five ideas.</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Keep one idea per slide and cut the rest.</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demonstration does not run</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notebook was not restarted or the data file was moved.</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Show the screenshot backup and explain the steps.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parent can say what my model predicts, how it was tested and why it is limited.</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ML23 Explain the project to a parent</dc:title>
  <dc:subject>Machine Learning</dc:subject>
  <dc:creator>KLAi</dc:creator>
  <cp:lastModifiedBy>KLAi</cp:lastModifiedBy>
  <cp:revision>1</cp:revision>
  <dcterms:created xsi:type="dcterms:W3CDTF">2026-10-31T12:33:15Z</dcterms:created>
  <dcterms:modified xsi:type="dcterms:W3CDTF">2026-10-31T12:33:15Z</dcterms:modified>
</cp:coreProperties>
</file>