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b112a5-651a-4883-17be-5915fb2e190a}">
          <p14:sldIdLst>
            <p14:sldId id="256"/>
            <p14:sldId id="257"/>
            <p14:sldId id="258"/>
            <p14:sldId id="259"/>
            <p14:sldId id="260"/>
            <p14:sldId id="261"/>
            <p14:sldId id="262"/>
          </p14:sldIdLst>
        </p14:section>
        <p14:section name="Block A" id="{480a5f0c-1ec6-0856-1d39-5da5387589d3}">
          <p14:sldIdLst>
            <p14:sldId id="263"/>
            <p14:sldId id="264"/>
            <p14:sldId id="265"/>
            <p14:sldId id="266"/>
            <p14:sldId id="268"/>
          </p14:sldIdLst>
        </p14:section>
        <p14:section name="Break" id="{991ccbbe-80c0-72f5-080d-3ccfcc32ed33}">
          <p14:sldIdLst>
            <p14:sldId id="267"/>
          </p14:sldIdLst>
        </p14:section>
        <p14:section name="Block A" id="{7a640cb1-eda3-27cf-5585-b18649cafa99}">
          <p14:sldIdLst/>
        </p14:section>
        <p14:section name="Block B" id="{e2cc279b-342f-3cc5-f620-a32399699d5f}">
          <p14:sldIdLst>
            <p14:sldId id="269"/>
            <p14:sldId id="270"/>
            <p14:sldId id="271"/>
            <p14:sldId id="272"/>
            <p14:sldId id="273"/>
          </p14:sldIdLst>
        </p14:section>
        <p14:section name="Make and close" id="{7557e2a1-74f2-656a-6ebf-196ca4ee08a1}">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19 and our topic is project data and a safe plan.
By the end of today you will be able to describe a supplied dataset, spot a leakage column, and write a seven-heading project plan the instructor can approve.
We will answer one question: Which dataset and which question can I answer with a fair test in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met three datasets. The homes file has a hundred and twenty homes and its target is the rent, a number. The fares file has a hundred and fifty boda-boda trips and its target is the fare, also a number. The iris file has a hundred and fifty flowers and its target is the species, a category. For your project you pick the one you can answer with a fair test in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40 minutes. Data tour. After that, 15 minutes. Break. Next, 35 minutes. Leakage and the seven headings. Then, 60 minutes. Writing PROJECT_PLAN.md and instructor approval. Then, 20 minutes. AI disclosure rules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project plan. A short page that fixes the question, data, target, inputs, baseline, test and limits before any building. You have seen this before. A drawing of the house before laying bricks.
leakage column. A column only known after the answer, so it must not be an input. A tip that is only known after the 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inputs. The columns known before the prediction. Imagine it like this. The clues you are given.
limits. What the data and the model cannot tell us. An example from everyday life. The edges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boda-boda trip in time. At booking we know the distance, whether it is rush hour and whether it is raining. When the ride ends we know the fare. Afterwards, maybe, comes a tip.
The tip is known too late to help predict the fare, so it must stay out of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Correlation measures how closely two columns move together. The tip moves most closely with the fare, at zero point eight eight. Distance is next, at zero point seven six.
A high number tempts us to use the tip. But the tip is only known after the trip, so using it would be cheating.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synthetic_fares.csv holds 150 invented boda-boda trips. Look at its shape and at how each column moves with the fare.
Now your guess. Predict which column moves most closely with fare_ugx.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table has 150 rows and 6 columns. Distance has a correlation of 0.76 with the fare, rain 0.12 and rush hour about minus 0.08. The tip column has the highest value, 0.88. A correlation near 1 means the two columns rise together. The tip rises with the fare because it is a share of the fare, and it is only known after the trip, so using it to predict the fare would be cheating. That makes tip_ugx a leakage column.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tour the fares data. I have two questions for you.
Question one. Why can tip_ugx not be an input? Have a go in your head first.
Here is how I would answer it. It is known only after the ride, and it is calculated from the fare. The model would be given the answer.
Question two. Which columns are sensible inputs? Write your answer in one line before we compare.
What I would say is this. distance_km, rush_hour and raining. All three are known before the ride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Print the correlation of the fare with the trip_id column. When you have run it, tell your neighbour what changed and how you know.
Here is what happens. It is close to zero: trip_id is only a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 question that fits two weeks. Can distance and rush hour predict a boda-boda fare? There is data, and the answer is a number. On the right is a question that is far too big. Nothing in our files can answer it.
Test your own question against these two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has seven headings: question, dataset, target, inputs, baseline, evaluation and limits. Write one sentence under each.
This is the part where you decide. Write the target and two inputs for your project before looking at the example.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An example plan: question, can distance and rush hour predict a boda-boda fare; dataset, synthetic_fares.csv; target, fare_ugx; inputs, distance_km, rush_hour and raining; baseline, the mean fare of the training trips; evaluation, mean absolute error in shillings on a locked test; limits, invented data and 150 trips. The options are synthetic_homes.csv (rent from area and rooms), synthetic_fares.csv and the iris flowers. Real people's records are not used. Repeat the AI rules: any assisted step is logged in AI_USE_LOG.md after your own attempt, or the log says No AI assistance used.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plan needs seven headings. I have two questions for you.
Question one. Which heading stops you using the test answers to choose a model? Write your answer in one line before we compare.
What I would say is this. Evaluation. It states which rows are locked and which metric is used.
Question two. Why is the home_id column not an input for homes? Say it quietly to yourself before anyone answers.
Let me answer it. It is only a label. It carries no information about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Write the leakage column you will exclude and why. Run it, then tell someone what you saw.
What you should find: For fares: tip_ugx, because it is known only after the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plan has seven headings: the question, the dataset, the target, the inputs, the baseline, the evaluation and the limits. Fill them in before you write a single line of code.
The plan keeps you honest. When the results arrive, you cannot quietly change the question to fit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ML19.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KeyError: 'tip'. It means this: the column is called tip_ugx. To fix it, print fares.columns and copy the exact names.
The next one. You will see: The plan promises too much. It means this: it asks for real people's data, an app or a neural network. To fix it, reduce it to one supplied table, one target and one baseline.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Which dataset and which question can I answer with a fair test in two weeks?
Copy this sentence into your notebook and make it yours. A project plan names the question, target, inputs and test before any code, and it excludes the column that gives the answer away.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ML19  |  Project data and a safe plan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Project data and a safe plan</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dataset and which question can I answer with a fair test in two weeks?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19 of 24  |  Week 7, Your project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dataset and which question can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 answer with a fair test in two weeks?</a:t>
            </a:r>
            <a:endParaRPr lang="en-US" sz="3600" dirty="0"/>
          </a:p>
        </p:txBody>
      </p:sp>
      <p:pic>
        <p:nvPicPr>
          <p:cNvPr id="3" name="Image 0" descr="Three datasets: homes, boda-boda fares and iris flowers, each with inputs and a targe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project pla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project plan</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520"/>
              </a:lnSpc>
              <a:buNone/>
            </a:pPr>
            <a:r>
              <a:rPr lang="en-US" sz="2100" dirty="0">
                <a:solidFill>
                  <a:srgbClr val="111111"/>
                </a:solidFill>
                <a:latin typeface="Lato" pitchFamily="34" charset="0"/>
                <a:ea typeface="Lato" pitchFamily="34" charset="-122"/>
                <a:cs typeface="Lato" pitchFamily="34" charset="-120"/>
              </a:rPr>
              <a:t>A short page that fixes the question, data, target, inputs, baseline, test and limits before any building.</a:t>
            </a:r>
            <a:endParaRPr lang="en-US" sz="2100" dirty="0"/>
          </a:p>
        </p:txBody>
      </p:sp>
      <p:sp>
        <p:nvSpPr>
          <p:cNvPr id="6" name="Text 3"/>
          <p:cNvSpPr txBox="1"/>
          <p:nvPr/>
        </p:nvSpPr>
        <p:spPr>
          <a:xfrm>
            <a:off x="5120640" y="25146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drawing of the house before laying bricks.</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leakage column">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leakage column</a:t>
            </a:r>
            <a:endParaRPr lang="en-US" sz="29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only known after the answer, so it must not be an input.</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tip that is only known after the ride.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inputs">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inputs</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columns known before the prediction.</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clues you are given.</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limits">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limits</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the data and the model cannot tell us.</a:t>
            </a:r>
            <a:endParaRPr lang="en-US" sz="2200" dirty="0"/>
          </a:p>
        </p:txBody>
      </p:sp>
      <p:sp>
        <p:nvSpPr>
          <p:cNvPr id="11" name="Text 7"/>
          <p:cNvSpPr txBox="1"/>
          <p:nvPr/>
        </p:nvSpPr>
        <p:spPr>
          <a:xfrm>
            <a:off x="5120640" y="394716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edges of the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Only columns known at booking can be inputs</a:t>
            </a:r>
            <a:endParaRPr lang="en-US" sz="3800" dirty="0"/>
          </a:p>
        </p:txBody>
      </p:sp>
      <p:pic>
        <p:nvPicPr>
          <p:cNvPr id="3" name="Image 0" descr="Only columns known at booking can be inpu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Distance, rush hour and rain are known at booking.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fare is known when the ride ends.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tip comes after, so it leaks.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tip tracks the fare most closely: a warning</a:t>
            </a:r>
            <a:endParaRPr lang="en-US" sz="3800" dirty="0"/>
          </a:p>
        </p:txBody>
      </p:sp>
      <p:pic>
        <p:nvPicPr>
          <p:cNvPr id="3" name="Image 0" descr="The tip tracks the fare most closely: a warn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tip has the highest correlation, 0.88.</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Distance follows at 0.76.</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strong link does not make a column fair.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Tour the fares data</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pandas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pd</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fares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"synthetic_fares.csv"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print(fares.shape)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corr = fares[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"distance_km"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"rush_hour"</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"raining"</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"tip_ugx"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].corr()[</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].round(2)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print(corr)</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which column moves most closely with fare_ugx.</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Tour the fares data</a:t>
            </a:r>
            <a:endParaRPr lang="en-US" sz="3800" dirty="0"/>
          </a:p>
        </p:txBody>
      </p:sp>
      <p:sp>
        <p:nvSpPr>
          <p:cNvPr id="3" name="Shape 1"/>
          <p:cNvSpPr/>
          <p:nvPr/>
        </p:nvSpPr>
        <p:spPr>
          <a:xfrm>
            <a:off x="640080" y="1645920"/>
            <a:ext cx="6035040" cy="2944876"/>
          </a:xfrm>
          <a:prstGeom prst="roundRect">
            <a:avLst>
              <a:gd name="adj" fmla="val 2484"/>
            </a:avLst>
          </a:prstGeom>
          <a:solidFill>
            <a:srgbClr val="FFFFFF"/>
          </a:solidFill>
          <a:ln w="15875">
            <a:solidFill>
              <a:srgbClr val="111111"/>
            </a:solidFill>
            <a:prstDash val="solid"/>
          </a:ln>
        </p:spPr>
      </p:sp>
      <p:sp>
        <p:nvSpPr>
          <p:cNvPr id="4" name="Text 2"/>
          <p:cNvSpPr txBox="1"/>
          <p:nvPr/>
        </p:nvSpPr>
        <p:spPr>
          <a:xfrm>
            <a:off x="822960" y="1828800"/>
            <a:ext cx="5669280" cy="25791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(150, 6)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distance_km    0.76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rush_hour     -0.08</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raining        0.12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tip_ugx        0.88</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fare_ugx       1.00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fare_ugx, dtype: float64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table has 150 rows and 6 columns.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Distance has a correlation of 0.76 with the fare, rain 0.12 and rush hour about minus 0.08.</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tip column has the highest value, 0.88.</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A correlation near 1 means the two columns rise together.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Tour the fares data</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can tip_ugx not be an input?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columns are sensible inputs?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correlation of the fare with the trip_id column.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safe project question fits two weeks</a:t>
            </a:r>
            <a:endParaRPr lang="en-US" sz="3800" dirty="0"/>
          </a:p>
        </p:txBody>
      </p:sp>
      <p:pic>
        <p:nvPicPr>
          <p:cNvPr id="3" name="Image 0" descr="A safe project question fits two week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Choose a question with data behind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answer should be a number or a label.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Avoid questions about everything.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plan needs seven headings</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the target and two inputs for your project before looking at the example.</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plan needs seven headings</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An example plan: question, can distance and rush hour predict a boda-boda fare; dataset, synthetic_fares.csv; target, fare_ugx; inputs, distance_km, rush_hour and raining; baseline, the mean fare of the training trips; evaluation, mean absolute error in shillings on a locked test; limits, invented data and 150 trips.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plan needs seven headings</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heading stops you using the test answers to choose a model?</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the home_id column not an input for homes?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Write the leakage column you will exclude and why.</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project plan has seven headings</a:t>
            </a:r>
            <a:endParaRPr lang="en-US" sz="3800" dirty="0"/>
          </a:p>
        </p:txBody>
      </p:sp>
      <p:pic>
        <p:nvPicPr>
          <p:cNvPr id="3" name="Image 0" descr="A project plan has seven heading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Write each heading before any code.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Write PROJECT_PLAN.md using the seven headings. Name one leakage column and exclude it. Ask the instructor to approve the scope before you build.</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ML19.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'tip'</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is called tip_ugx.</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fares.columns and copy the exact names.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plan promises too much</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It asks for real people's data, an app or a neural network.</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Reduce it to one supplied table, one target and one baseline.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A project plan names the question, target, inputs and test before any code, and it excludes the column that gives the answer away.</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ML19 Project data and a safe plan</dc:title>
  <dc:subject>Machine Learning</dc:subject>
  <dc:creator>KLAi</dc:creator>
  <cp:lastModifiedBy>KLAi</cp:lastModifiedBy>
  <cp:revision>1</cp:revision>
  <dcterms:created xsi:type="dcterms:W3CDTF">2026-10-31T12:33:13Z</dcterms:created>
  <dcterms:modified xsi:type="dcterms:W3CDTF">2026-10-31T12:33:13Z</dcterms:modified>
</cp:coreProperties>
</file>