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a11ce5b-6f03-5053-0401-98d165e736cb}">
          <p14:sldIdLst>
            <p14:sldId id="256"/>
            <p14:sldId id="257"/>
            <p14:sldId id="258"/>
            <p14:sldId id="259"/>
            <p14:sldId id="260"/>
            <p14:sldId id="261"/>
            <p14:sldId id="262"/>
          </p14:sldIdLst>
        </p14:section>
        <p14:section name="Block A" id="{1f5253d3-ec47-524e-2c7a-098f6f5a82f5}">
          <p14:sldIdLst>
            <p14:sldId id="263"/>
            <p14:sldId id="264"/>
            <p14:sldId id="265"/>
            <p14:sldId id="266"/>
            <p14:sldId id="268"/>
            <p14:sldId id="269"/>
          </p14:sldIdLst>
        </p14:section>
        <p14:section name="Break" id="{59a91af2-514e-7ff6-c034-138042b7cda3}">
          <p14:sldIdLst>
            <p14:sldId id="267"/>
          </p14:sldIdLst>
        </p14:section>
        <p14:section name="Block A" id="{fc289e08-c145-4c83-df0b-486a386880b2}">
          <p14:sldIdLst/>
        </p14:section>
        <p14:section name="Block B" id="{fbc4f5b1-cfb2-051a-87df-fdcf0bb4aa94}">
          <p14:sldIdLst>
            <p14:sldId id="270"/>
            <p14:sldId id="271"/>
            <p14:sldId id="272"/>
            <p14:sldId id="273"/>
            <p14:sldId id="274"/>
          </p14:sldIdLst>
        </p14:section>
        <p14:section name="Make and close" id="{04dd3752-95d2-602f-ad24-3804487b2c33}">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11 and our topic is charts that show what the numbers say.
By the end of today you will be able to draw a labelled bar chart, a histogram and a box plot, and write one finding and one limitation.
We will answer one question: How do I show which item earns most, and how sales vary, in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charts of the same shop. A bar chart compares amounts. A histogram shows how values are spread. A box plot compares the spread of several groups. Each chart answers a different question, so choosing the right one is half the job. Today you draw all three and write one careful sentence about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bar chart. Bars compare a number across categories. You have seen this before. Stacks of coins, one stack per item.
histogram. Bars show how many values fall in each range. Sorting pupils into groups by height.
box plot. A box shows the middle half of the values, with a line at the median. Think of a shop. A summary of a class's marks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axis label. Words that name what an axis measures, with its unit. Imagine it like this. The heading on a column in a register.
title. One line saying what the chart shows. An example from everyday life. The heading of a notice.
finding. A claim a chart supports, with a number. Here is a way to see it. Book earns the most money: UGX 297000.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start with the chart. Start with the question. If you ask which item earns the most, you want bars. If you ask how the units in a sale are spread, you want a histogram. If you want to compare groups, a box plot puts them side by side.
Look at the three questions and say which chart you would choose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chart needs a title, and each axis needs a label with its unit. Bars must start at zero. If they start higher, a small difference looks enormous.
Find the axis label and the zero line in the picture. Could a stranger read this chart without asking you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the revenue of each item from the practice shop. Label the axis with its unit.
This is the part where you decide. Predict which bar will be tallest and roughly how tall.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Three bars appear. Book is tallest at 297000, then Juice at 150000 and Pen at 103000. plt is the chart tool from matplotlib. ylabel and title add words, and ylim(bottom=0) starts the axis at zero so bar heights are fair. One finding is: Book earns the most, UGX 297000 of 550000. One limitation is: the data is invented and has no costs.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bar chart of revenue. I have two questions for you.
Question one. Why must a bar chart start at zero? Talk it over with your neighbour for a minute.
What I would say is this. A bar's height should match its size. A cut-off axis exaggerates small differences.
Question two. Does the chart tell us why Book earns most? Think about it for a moment, then tell the person next to you.
Let me answer it. No. It shows the totals only; the reason is a separate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Chart total units instead of revenue. When you have run it, tell your neighbour what changed and how you know.
Here is what happens. Pen is now tallest, with 103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histogram cuts the number line into bins and counts how many values land in each. The taller the bar, the more sales had that number of units.
The shape depends on the bins you choose, so try two or three settings before you describe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box plot packs the spread of a column into one small drawing. The line inside the box is the median. The box itself holds the middle half of the values. The whiskers reach out towards the smallest and largest.
Compare two boxes. Which one has the higher median, and which one is more spread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seaborn draws statistical charts and builds on matplotlib. Draw how units vary and how they differ by item.
Make a prediction. Predict which item has the lowest median units.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histogram counts sales for each number of units and shows how they spread from 1 to 8. The box plot shows one box per item with a line at its median. Juice has the lowest median, 3.5 units, while Book has 5.0 and Pen 5.5. seaborn plots read straight from the table, which saves writing the grouping yourself.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histogram and a box plot. I have two questions for you.
Question one. What does the line inside a box mean? Think about it for a moment, then tell the person next to you.
Let me answer it. The median of that item's units.
Question two. Which chart shows how many sales had exactly 3 units? Have a go in your head first.
The answer is this. The histogram.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Change the histogram so it uses unit_price_ugx instead of units. Run it, then tell someone what you saw.
What you should find: Three tall bars appear, one at each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chart on its own invites guesses. Add one sentence that says what it shows, with a number, and one sentence that says what it cannot show.
Here the practice data has no costs, so we cannot say anything about profit. Write a finding for your own chart in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ML11.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NameError: name 'sns' is not defined. It means this: seaborn was not imported in this session. To fix it, Run import seaborn as sns first.
The next one. You will see: The chart does not appear. It means this: the cell that draws it has not run, or plt.show() is missing. To fix it, Run the import cell, then run the drawing cell again.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do I show which item earns most, and how sales vary, in a picture?
Finish this sentence in your notebook, in your own words. A chart needs labels with units, an axis that starts at zero for bars, and one finding with a limitation.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ML11  |  Charts that show what the numbers say</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Charts that show what the numbers say</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do I show which item earns most, and how sales vary, in a picture?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11 of 24  |  Week 4, Clean, chart, question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do I show which item earns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most, and how sales vary, in a picture?</a:t>
            </a:r>
            <a:endParaRPr lang="en-US" sz="3600" dirty="0"/>
          </a:p>
        </p:txBody>
      </p:sp>
      <p:pic>
        <p:nvPicPr>
          <p:cNvPr id="3" name="Image 0" descr="A bar chart, a histogram and a box plot, each with a label for its job">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bar char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bar chart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Bars compare a number across categories.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Stacks of coins, one stack per item.</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histogram">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histogram</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Bars show how many values fall in each range.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Sorting pupils into groups by height.</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box plo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box plot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box shows the middle half of the values, with a line at the median.</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summary of a class's marks in one picture.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axis label">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axis label</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Words that name what an axis measures, with its unit.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heading on a column in a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titl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title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line saying what the chart shows.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heading of a notice.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finding">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finding</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claim a chart supports, with a number.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Book earns the most money: UGX 297000.</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Match the chart to the question you are asking</a:t>
            </a:r>
            <a:endParaRPr lang="en-US" sz="3800" dirty="0"/>
          </a:p>
        </p:txBody>
      </p:sp>
      <p:pic>
        <p:nvPicPr>
          <p:cNvPr id="3" name="Image 0" descr="Match the chart to the question you are asking">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Which is largest? Use a bar chart. How are values spread? Use a histogram. Do groups differ in spread? Use a box plot.</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chart needs a title, axis labels and a zero start</a:t>
            </a:r>
            <a:endParaRPr lang="en-US" sz="3800" dirty="0"/>
          </a:p>
        </p:txBody>
      </p:sp>
      <p:pic>
        <p:nvPicPr>
          <p:cNvPr id="3" name="Image 0" descr="A chart needs a title, axis labels and a zero star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title says what the chart shows.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Axis labels give the unit.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Bars start at zero.</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bar chart of revenue</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matplotlib.pyplot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plt</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import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pandas </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as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pd</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shop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"camp_shop.csv"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shop[</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shop[</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shop[</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totals = shop.groupby(</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"item"</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].sum()</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plt.bar(totals.index, totals.values)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plt.ylabel(</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 (UGX)"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plt.title(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"Revenue by item in the practice shop"</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plt.ylim(bottom=0)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plt.show()</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3000"/>
              </a:lnSpc>
              <a:spcAft>
                <a:spcPts val="1010"/>
              </a:spcAft>
              <a:buNone/>
            </a:pPr>
            <a:r>
              <a:rPr lang="en-US" sz="2500" dirty="0">
                <a:solidFill>
                  <a:srgbClr val="111111"/>
                </a:solidFill>
                <a:latin typeface="Lato" pitchFamily="34" charset="0"/>
                <a:ea typeface="Lato" pitchFamily="34" charset="-122"/>
                <a:cs typeface="Lato" pitchFamily="34" charset="-120"/>
              </a:rPr>
              <a:t>Predict which bar will be tallest and roughly how tall.</a:t>
            </a:r>
            <a:endParaRPr lang="en-US" sz="2500" dirty="0"/>
          </a:p>
          <a:p>
            <a:pPr algn="l" indent="0" marL="0">
              <a:lnSpc>
                <a:spcPts val="3000"/>
              </a:lnSpc>
              <a:spcAft>
                <a:spcPts val="1010"/>
              </a:spcAft>
              <a:buNone/>
            </a:pPr>
            <a:r>
              <a:rPr lang="en-US" sz="2500" dirty="0">
                <a:solidFill>
                  <a:srgbClr val="111111"/>
                </a:solidFill>
                <a:latin typeface="Lato" pitchFamily="34" charset="0"/>
                <a:ea typeface="Lato" pitchFamily="34" charset="-122"/>
                <a:cs typeface="Lato" pitchFamily="34" charset="-120"/>
              </a:rPr>
              <a:t>Write your guess on paper before we run it.</a:t>
            </a:r>
            <a:endParaRPr lang="en-US" sz="25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bar chart of revenue</a:t>
            </a:r>
            <a:endParaRPr lang="en-US" sz="3800" dirty="0"/>
          </a:p>
        </p:txBody>
      </p:sp>
      <p:pic>
        <p:nvPicPr>
          <p:cNvPr id="3" name="Image 0" descr="The chart the code draws">    </p:cNvPr>
          <p:cNvPicPr>
            <a:picLocks noChangeAspect="1"/>
          </p:cNvPicPr>
          <p:nvPr/>
        </p:nvPicPr>
        <p:blipFill>
          <a:blip r:embed="rId1"/>
          <a:stretch>
            <a:fillRect/>
          </a:stretch>
        </p:blipFill>
        <p:spPr>
          <a:xfrm>
            <a:off x="640080" y="2095596"/>
            <a:ext cx="6035040" cy="3535488"/>
          </a:xfrm>
          <a:prstGeom prst="rect">
            <a:avLst/>
          </a:prstGeom>
        </p:spPr>
      </p:pic>
      <p:sp>
        <p:nvSpPr>
          <p:cNvPr id="4" name="Text 1"/>
          <p:cNvSpPr txBox="1"/>
          <p:nvPr/>
        </p:nvSpPr>
        <p:spPr>
          <a:xfrm>
            <a:off x="7040880" y="1737360"/>
            <a:ext cx="4480560" cy="4389120"/>
          </a:xfrm>
          <a:prstGeom prst="rect">
            <a:avLst/>
          </a:prstGeom>
          <a:noFill/>
          <a:ln/>
        </p:spPr>
        <p:txBody>
          <a:bodyPr wrap="square" lIns="0" tIns="0" rIns="0" bIns="0" rtlCol="0" anchor="t"/>
          <a:lstStyle/>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Three bars appear.</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Book is tallest at 297000, then Juice at 150000 and Pen at 103000.</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plt is the chart tool from matplotlib.</a:t>
            </a:r>
            <a:endParaRPr lang="en-US" sz="2400" dirty="0"/>
          </a:p>
          <a:p>
            <a:pPr algn="l" indent="0" marL="0">
              <a:lnSpc>
                <a:spcPts val="2880"/>
              </a:lnSpc>
              <a:spcAft>
                <a:spcPts val="1580"/>
              </a:spcAft>
              <a:buNone/>
            </a:pPr>
            <a:r>
              <a:rPr lang="en-US" sz="2400" dirty="0">
                <a:solidFill>
                  <a:srgbClr val="111111"/>
                </a:solidFill>
                <a:latin typeface="Lato" pitchFamily="34" charset="0"/>
                <a:ea typeface="Lato" pitchFamily="34" charset="-122"/>
                <a:cs typeface="Lato" pitchFamily="34" charset="-120"/>
              </a:rPr>
              <a:t>ylabel and title add words, and ylim(bottom=0) starts the axis at zero so bar heights are fair.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bar chart of revenue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must a bar chart start at zero?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Does the chart tell us why Book earns most?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Chart total units instead of revenue.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histogram counts how</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many values fall in each bin</a:t>
            </a:r>
            <a:endParaRPr lang="en-US" sz="3600" dirty="0"/>
          </a:p>
        </p:txBody>
      </p:sp>
      <p:pic>
        <p:nvPicPr>
          <p:cNvPr id="3" name="Image 0" descr="A histogram counts how many values fall in each bi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bar is a bin.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height counts the sales in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Change the bins and the shape changes.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box holds the middle half of the values</a:t>
            </a:r>
            <a:endParaRPr lang="en-US" sz="3800" dirty="0"/>
          </a:p>
        </p:txBody>
      </p:sp>
      <p:pic>
        <p:nvPicPr>
          <p:cNvPr id="3" name="Image 0" descr="A box holds the middle half of the valu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in the box is the median.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box spans the middle half.</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whiskers show the rest of the spread.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histogram and a box plot</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seaborn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sns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sns.histplot(data=shop, x=</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discrete=</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True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plt.title(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 per sale"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sns.boxplot(data=shop, x=</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"item"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y=</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plt.title(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 per sale for each item"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plt.show()</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medians = shop.groupby(</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"item"</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"units"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].median()</a:t>
            </a:r>
            <a:endParaRPr lang="en-US" sz="22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which item has the lowest median units.</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histogram and a box plot</a:t>
            </a:r>
            <a:endParaRPr lang="en-US" sz="3800" dirty="0"/>
          </a:p>
        </p:txBody>
      </p:sp>
      <p:pic>
        <p:nvPicPr>
          <p:cNvPr id="3" name="Image 0" descr="A chart the code draws">    </p:cNvPr>
          <p:cNvPicPr>
            <a:picLocks noChangeAspect="1"/>
          </p:cNvPicPr>
          <p:nvPr/>
        </p:nvPicPr>
        <p:blipFill>
          <a:blip r:embed="rId1"/>
          <a:stretch>
            <a:fillRect/>
          </a:stretch>
        </p:blipFill>
        <p:spPr>
          <a:xfrm>
            <a:off x="1034544" y="1600200"/>
            <a:ext cx="4560312" cy="3017520"/>
          </a:xfrm>
          <a:prstGeom prst="rect">
            <a:avLst/>
          </a:prstGeom>
        </p:spPr>
      </p:pic>
      <p:pic>
        <p:nvPicPr>
          <p:cNvPr id="4" name="Image 1" descr="A chart the code draws">    </p:cNvPr>
          <p:cNvPicPr>
            <a:picLocks noChangeAspect="1"/>
          </p:cNvPicPr>
          <p:nvPr/>
        </p:nvPicPr>
        <p:blipFill>
          <a:blip r:embed="rId2"/>
          <a:stretch>
            <a:fillRect/>
          </a:stretch>
        </p:blipFill>
        <p:spPr>
          <a:xfrm>
            <a:off x="6676323" y="1600200"/>
            <a:ext cx="4340994" cy="3017520"/>
          </a:xfrm>
          <a:prstGeom prst="rect">
            <a:avLst/>
          </a:prstGeom>
        </p:spPr>
      </p:pic>
      <p:sp>
        <p:nvSpPr>
          <p:cNvPr id="5" name="Text 1"/>
          <p:cNvSpPr txBox="1"/>
          <p:nvPr/>
        </p:nvSpPr>
        <p:spPr>
          <a:xfrm>
            <a:off x="640080" y="4800600"/>
            <a:ext cx="10881360" cy="1463040"/>
          </a:xfrm>
          <a:prstGeom prst="rect">
            <a:avLst/>
          </a:prstGeom>
          <a:noFill/>
          <a:ln/>
        </p:spPr>
        <p:txBody>
          <a:bodyPr wrap="square" lIns="0" tIns="0" rIns="0" bIns="0" rtlCol="0" anchor="t"/>
          <a:lstStyle/>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The histogram counts sales for each number of units and shows how they spread from 1 to 8. The box plot shows one box per item with a line at its median. Juice has the lowest median, 3.5 units, while Book has 5.0 and Pen 5.5.</a:t>
            </a:r>
            <a:endParaRPr lang="en-US" sz="23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histogram and a box plot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line inside a box mean?</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chart shows how many sales had exactly 3 units?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histogram so it uses unit_price_ugx instead of units.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finding is one careful sentence next to the chart</a:t>
            </a:r>
            <a:endParaRPr lang="en-US" sz="3600" dirty="0"/>
          </a:p>
        </p:txBody>
      </p:sp>
      <p:pic>
        <p:nvPicPr>
          <p:cNvPr id="3" name="Image 0" descr="A finding is one careful sentence next to the char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Say what the chart shows. Quote one number from it. Add one limit.</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Make the same bar chart for the values 6, 9 and 4 for Book, Pen and Juice. Write one finding with a number and one limitation. Say which chart type you would use for daily rainfall, and why.</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ML11.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'sns'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seaborn was not imported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import seaborn as sns first.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chart does not appear</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cell that draws it has not run, or plt.show() is missing.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import cell, then run the drawing cell again.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chart needs labels with units, an axis that starts at zero for bars, and one finding with a limitation.</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ML11 Charts that show what the numbers say</dc:title>
  <dc:subject>Machine Learning</dc:subject>
  <dc:creator>KLAi</dc:creator>
  <cp:lastModifiedBy>KLAi</cp:lastModifiedBy>
  <cp:revision>1</cp:revision>
  <dcterms:created xsi:type="dcterms:W3CDTF">2026-10-31T12:26:30Z</dcterms:created>
  <dcterms:modified xsi:type="dcterms:W3CDTF">2026-10-31T12:26:30Z</dcterms:modified>
</cp:coreProperties>
</file>