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7b3441-0128-9b1c-d7f4-33c7147507a4}">
          <p14:sldIdLst>
            <p14:sldId id="256"/>
            <p14:sldId id="257"/>
            <p14:sldId id="258"/>
            <p14:sldId id="259"/>
            <p14:sldId id="260"/>
            <p14:sldId id="261"/>
            <p14:sldId id="262"/>
          </p14:sldIdLst>
        </p14:section>
        <p14:section name="Block A" id="{96e24359-97d4-cede-cc89-0b9e8ebfa506}">
          <p14:sldIdLst>
            <p14:sldId id="263"/>
            <p14:sldId id="264"/>
            <p14:sldId id="265"/>
            <p14:sldId id="266"/>
            <p14:sldId id="268"/>
            <p14:sldId id="269"/>
          </p14:sldIdLst>
        </p14:section>
        <p14:section name="Break" id="{2e3fd877-a576-0fcd-617f-fe203b699b33}">
          <p14:sldIdLst>
            <p14:sldId id="267"/>
          </p14:sldIdLst>
        </p14:section>
        <p14:section name="Block A" id="{42fe66c8-680c-00b3-b2be-abcf3126a3ea}">
          <p14:sldIdLst/>
        </p14:section>
        <p14:section name="Block B" id="{595dfd06-3610-518c-6cf7-e93efd31fd31}">
          <p14:sldIdLst>
            <p14:sldId id="270"/>
            <p14:sldId id="271"/>
            <p14:sldId id="272"/>
            <p14:sldId id="273"/>
          </p14:sldIdLst>
        </p14:section>
        <p14:section name="Make and close" id="{4e2e0287-5cf2-6841-05d4-8a2ad92bcf34}">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10 and our topic is cleaning without hiding evidence.
By the end of today you will be able to count missing values and duplicates, remove an exact duplicate on a copy, and save a cleaning log.
We will answer one question: What is wrong with this table, and what did I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tiny table with trouble in it. Two prices are blank, and the row for id two appears twice. On the right are three lines of code that count the problems for us. The first counts blank prices, the second counts repeated rows and the third counts the rows left after cleaning. Today you learn to find problems like these and to fix them without hiding what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words for today. Listen for the picture that goes with each one.
missing value. A cell with no recorded value. Its true value is unknown. Here is a way to see it. A blank in the price column.
duplicate. A row repeated exactly. It may be an accident or a real second sale. A small example. The same receipt copied twice.
raw data. The file as you received it. Keep it unchanged. Picture this. The original receipt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words to know before we start.
cleaning log. A list of every change made and why. You have seen this before. The marking notes beside a corrected exercise.
to_csv. Saves a table into a CSV file. Copying the register to a new page.
index=False. Tells to_csv not to write the extra row-number column. Think of a shop. Not copying the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change the original file. Read it, make a copy in your notebook, and clean the copy. If something goes wrong, the raw file is still there for you to start again.
Why do you think a scientist keeps the original measurements, even after tidying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 value is a blank, which is different from a zero. If you replace the blank with zero, the table now says the item cost nothing, and the average price falls.
In the picture the average of the two real prices is two thousand. Fill the blank with zero and the average drops to one thousand three hundred and thirty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tiny table has two sets of trouble. Count them before you change anything.
Time to commit to an answer. Predict how many missing prices and how many duplicate rows the raw table has.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2, 1 and 3, then 2000.0. isna marks each blank as True and sum counts them. duplicated marks the repeated row and drop_duplicates removes it. copy makes a separate table, so raw stays unchanged. The mean of 2000.0 uses the two prices that exist and ignores the missing one.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count the problems. I have two questions for you.
Question one. Why do we work on a copy? Give it thirty seconds and then we will hear a few answers.
The answer is this. The raw table is the evidence. If a change is wrong we can start again from it.
Question two. Why not replace the missing price with 0? Talk it over with your neighbour for a minute.
Zero means a free item. A missing price is unknown, and zero would pull the mean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Print how many prices are still missing in clean. Run it, then tell someone what you saw.
What you should find: One price is still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cleaning log is a short table. Each line says what you did, such as removed a duplicate, and how many rows it touched.
Someone reading your log should be able to repeat every step and reach the same table. That is what makes your work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save the cleaned table, use to underscore csv. Without a small extra setting, Python adds a column of row numbers that nobody asked for. Writing index equals False leaves it out.
After saving, read the file back and look at the shape. If it matches, your save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read these lines together before anything runs.
Your turn to guess. Predict how many rows and columns the saved log has after you read it back.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log has 3 rows and 2 columns. to_csv writes the table into cleaning_log.csv. index=False stops pandas adding a column of row numbers. Reading the file back proves that it saved. The log lists the raw row count and each change, so a reader can repeat the cleaning.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save a cleaning log. I have two questions for you.
Question one. What would the log look like with index=False left out? Talk it over with your neighbour for a minute.
The file would carry an extra unnamed column of row numbers.
Question two. Who is the cleaning log for? Think about it for a moment, then tell the person next to you.
Here is how I would answer it. Anyone who needs to check or repeat your work, including you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Add the step final rows with a count of 3 and save again. After you run it, say in one sentence what changed and how you checked.
You should see this. The log has 4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ML10.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FileNotFoundError when reading the log back. It means this: to_csv did not run, or ran in another folder. To fix it, Run the to_csv line again and check the file list in Jupyter.
The next one. You will see: KeyError: 'price'. It means this: the column name has a different spelling in this table. To fix it, print list(raw.columns) and copy the exact name.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What is wrong with this table, and what did I change?
Copy this sentence into your notebook and make it yours. Cleaning keeps the raw data safe, counts each problem, and writes down every change in a log.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ML10  |  Cleaning without hiding evidence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Cleaning without hiding evidence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is wrong with this table, and what did I change?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10 of 24  |  Week 4, Clean, chart, question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is wrong with this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table, and what did I change?</a:t>
            </a:r>
            <a:endParaRPr lang="en-US" sz="3600" dirty="0"/>
          </a:p>
        </p:txBody>
      </p:sp>
      <p:pic>
        <p:nvPicPr>
          <p:cNvPr id="3" name="Image 0" descr="A small table with two blank prices and a repeated row, and three counting command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missing valu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missing value</a:t>
            </a:r>
            <a:endParaRPr lang="en-US" sz="30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cell with no recorded value. Its true value is unknown.</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blank in the price column.</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duplicat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duplicate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row repeated exactly. It may be an accident or a real second sale.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same receipt copied twice.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raw data">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raw data</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file as you received it. Keep it unchanged.</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original receipt book.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cleaning log">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cleaning log</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list of every change made and why.</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marking notes beside a corrected exercise.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to_csv">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to_csv</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Saves a table into a CSV file.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Copying the register to a new page.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index=Fals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index=False</a:t>
            </a:r>
            <a:endParaRPr lang="en-US" sz="32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Tells to_csv not to write the extra row-number column.</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Not copying the page numbers.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Keep the raw file untouched and clean a copy</a:t>
            </a:r>
            <a:endParaRPr lang="en-US" sz="3800" dirty="0"/>
          </a:p>
        </p:txBody>
      </p:sp>
      <p:pic>
        <p:nvPicPr>
          <p:cNvPr id="3" name="Image 0" descr="Keep the raw file untouched and clean a cop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Read the raw file once.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Work on a copy with a new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raw file is your proof.</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Filling a blank with zero changes the average</a:t>
            </a:r>
            <a:endParaRPr lang="en-US" sz="3800" dirty="0"/>
          </a:p>
        </p:txBody>
      </p:sp>
      <p:pic>
        <p:nvPicPr>
          <p:cNvPr id="3" name="Image 0" descr="Filling a blank with zero changes the averag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Zero says the item was free.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Nobody wrote the price down.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Leaving it blank keeps the mean honest.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Count the problems</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pandas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pd</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raw = pd.DataFrame(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"id"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[1, 2, 2, 3], </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"price"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[1000,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None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None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3000]}</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missing = raw[</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"price"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].isna().sum()</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dupes = raw.duplicated().sum()</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clean = raw.drop_duplicates().copy()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print(missing, dupes, len(clean))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print(clean[</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"price"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].mean())</a:t>
            </a:r>
            <a:endParaRPr lang="en-US" sz="20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Predict how many missing prices and how many duplicate rows the raw table has.</a:t>
            </a:r>
            <a:endParaRPr lang="en-US" sz="1900" dirty="0"/>
          </a:p>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Write your guess on paper before we run it.</a:t>
            </a:r>
            <a:endParaRPr lang="en-US" sz="19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Count the problems</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2 1 3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2000.0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2, 1 and 3, then 2000.0.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isna marks each blank as True and sum counts them.</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duplicated marks the repeated row and drop_duplicates removes it.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copy makes a separate table, so raw stays unchanged.</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Count the problems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 we work on a copy?</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not replace the missing price with 0?</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how many prices are still missing in clean.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cleaning log names each</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change and its row count</a:t>
            </a:r>
            <a:endParaRPr lang="en-US" sz="3600" dirty="0"/>
          </a:p>
        </p:txBody>
      </p:sp>
      <p:pic>
        <p:nvPicPr>
          <p:cNvPr id="3" name="Image 0" descr="A cleaning log names each change and its row coun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line per change.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Write how many rows changed.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reader could repeat each step.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index=False keeps row</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numbers out of the saved file</a:t>
            </a:r>
            <a:endParaRPr lang="en-US" sz="3600" dirty="0"/>
          </a:p>
        </p:txBody>
      </p:sp>
      <p:pic>
        <p:nvPicPr>
          <p:cNvPr id="3" name="Image 0" descr="index=False keeps row numbers out of the saved fil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400"/>
              </a:lnSpc>
              <a:buNone/>
            </a:pPr>
            <a:r>
              <a:rPr lang="en-US" sz="2000" dirty="0">
                <a:solidFill>
                  <a:srgbClr val="333333"/>
                </a:solidFill>
                <a:latin typeface="Lato" pitchFamily="34" charset="0"/>
                <a:ea typeface="Lato" pitchFamily="34" charset="-122"/>
                <a:cs typeface="Lato" pitchFamily="34" charset="-120"/>
              </a:rPr>
              <a:t>to_csv writes the table to a file. index=False leaves out the extra numbers. Read it back to check.</a:t>
            </a:r>
            <a:endParaRPr lang="en-US" sz="20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Save a cleaning log</a:t>
            </a:r>
            <a:endParaRPr lang="en-US" sz="3800" dirty="0"/>
          </a:p>
        </p:txBody>
      </p:sp>
      <p:sp>
        <p:nvSpPr>
          <p:cNvPr id="3" name="Shape 1"/>
          <p:cNvSpPr/>
          <p:nvPr/>
        </p:nvSpPr>
        <p:spPr>
          <a:xfrm>
            <a:off x="640080" y="1645920"/>
            <a:ext cx="7223760" cy="4302252"/>
          </a:xfrm>
          <a:prstGeom prst="roundRect">
            <a:avLst>
              <a:gd name="adj" fmla="val 1700"/>
            </a:avLst>
          </a:prstGeom>
          <a:solidFill>
            <a:srgbClr val="111111"/>
          </a:solidFill>
          <a:ln/>
        </p:spPr>
      </p:sp>
      <p:sp>
        <p:nvSpPr>
          <p:cNvPr id="4" name="Text 2"/>
          <p:cNvSpPr txBox="1"/>
          <p:nvPr/>
        </p:nvSpPr>
        <p:spPr>
          <a:xfrm>
            <a:off x="841248" y="1847088"/>
            <a:ext cx="6821424" cy="389991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log = pd.DataFrame(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"step"</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"raw rows"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"duplicate removed"</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"price still missing"</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"count"</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[4, 1, 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log.to_csv(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"cleaning_log.csv"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index=</a:t>
            </a:r>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False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log_back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"cleaning_log.csv"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print(log_back)</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print(log_back.shape)</a:t>
            </a:r>
            <a:endParaRPr lang="en-US" sz="1800" dirty="0"/>
          </a:p>
        </p:txBody>
      </p:sp>
      <p:sp>
        <p:nvSpPr>
          <p:cNvPr id="5" name="Text 3"/>
          <p:cNvSpPr txBox="1"/>
          <p:nvPr/>
        </p:nvSpPr>
        <p:spPr>
          <a:xfrm>
            <a:off x="8138160" y="1737360"/>
            <a:ext cx="338328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Predict how many rows and columns the saved log has after you read it back.</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901337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Save a cleaning log</a:t>
            </a:r>
            <a:endParaRPr lang="en-US" sz="3800" dirty="0"/>
          </a:p>
        </p:txBody>
      </p:sp>
      <p:sp>
        <p:nvSpPr>
          <p:cNvPr id="3" name="Shape 1"/>
          <p:cNvSpPr/>
          <p:nvPr/>
        </p:nvSpPr>
        <p:spPr>
          <a:xfrm>
            <a:off x="640080" y="1645920"/>
            <a:ext cx="6035040" cy="2218436"/>
          </a:xfrm>
          <a:prstGeom prst="roundRect">
            <a:avLst>
              <a:gd name="adj" fmla="val 3297"/>
            </a:avLst>
          </a:prstGeom>
          <a:solidFill>
            <a:srgbClr val="FFFFFF"/>
          </a:solidFill>
          <a:ln w="15875">
            <a:solidFill>
              <a:srgbClr val="111111"/>
            </a:solidFill>
            <a:prstDash val="solid"/>
          </a:ln>
        </p:spPr>
      </p:sp>
      <p:sp>
        <p:nvSpPr>
          <p:cNvPr id="4" name="Text 2"/>
          <p:cNvSpPr txBox="1"/>
          <p:nvPr/>
        </p:nvSpPr>
        <p:spPr>
          <a:xfrm>
            <a:off x="822960" y="1828800"/>
            <a:ext cx="5669280" cy="185267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                  step  count</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             raw rows      4</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    duplicate removed      1</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  price still missing      1</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(3, 2)</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log has 3 rows and 2 columns.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to_csv writes the table into cleaning_log.csv.</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index=False stops pandas adding a column of row numbers.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Reading the file back proves that it saved.</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Save a cleaning log</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would the log look like with index=False left out?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Who is the cleaning log for?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the step final rows with a count of 3 and save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Write a cleaning log for this table: four raw rows, one removed duplicate and one remaining missing price. Save it as my_log.csv and read it back. Explain why replacing the missing price with 0 would change its meaning.</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ML10.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FileNotFoundError when reading the log back</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to_csv did not run, or ran in another folder.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to_csv line again and check the file list in Jupyter.</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'price'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 name has a different spelling in this table.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list(raw.columns) and copy the exact name.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Cleaning keeps the raw data safe, counts each problem, and writes down every change in a log.</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ML10 Cleaning without hiding evidence</dc:title>
  <dc:subject>Machine Learning</dc:subject>
  <dc:creator>KLAi</dc:creator>
  <cp:lastModifiedBy>KLAi</cp:lastModifiedBy>
  <cp:revision>1</cp:revision>
  <dcterms:created xsi:type="dcterms:W3CDTF">2026-10-31T12:33:05Z</dcterms:created>
  <dcterms:modified xsi:type="dcterms:W3CDTF">2026-10-31T12:33:05Z</dcterms:modified>
</cp:coreProperties>
</file>