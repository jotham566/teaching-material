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aa56afb-7688-2b5f-8ced-663fbf778ff3}">
          <p14:sldIdLst>
            <p14:sldId id="256"/>
            <p14:sldId id="257"/>
            <p14:sldId id="258"/>
            <p14:sldId id="259"/>
            <p14:sldId id="260"/>
            <p14:sldId id="261"/>
          </p14:sldIdLst>
        </p14:section>
        <p14:section name="Block A" id="{7c15ee9d-3bb5-6fdc-845c-d26af1329a28}">
          <p14:sldIdLst>
            <p14:sldId id="262"/>
            <p14:sldId id="263"/>
            <p14:sldId id="264"/>
            <p14:sldId id="265"/>
          </p14:sldIdLst>
        </p14:section>
        <p14:section name="Make and close" id="{9a4a5cd0-4c0e-8fa8-dccd-627f27c7af18}">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 and our topic is numbers, names and predicting Python output.
By the end of today you will be able to explain the idea in your own words and run the worked example.
We will answer one question: Can I predict every line Python prints before I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lab you work like a computer. On the left is a short program. On the right is a sheet of paper with numbered lines, one for each thing the program will print. Your job is to fill in the paper before you run anything. The numbers on the paper mark one line for each thing the program prints. Then run the code and check your paper. A wrong guess is the best kind of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scalar. One number. An example from everyday life. One price on a label.
name. A label that points to a value. Here is a way to see it. A tag on a box.
top to bottom. Python reads one line after another and does not look ahead. A small example. Reading a recipe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update. Giving an existing name a new value. Picture this. Crossing out a price and writing a new one.
string. Text inside quotation marks. You have seen this before. A word on a label.
prediction on paper. Writing what you expect before you run. Guessing the match score before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on paper, before any code. Draw three pens and write one thousand shillings on each. Add them: one thousand plus one thousand plus one thousand is three thousand. Now notice that three times one thousand gives the same answer. Multiplication is addition done quickly.
Python will do the same sum. If the paper answer and the Python answer ever disagree, one of them has a mistake, and finding it is the point of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program, three names are created. Units holds three. Price holds one thousand. Total is worked out from the other two, so it holds three thousand.
Look at the picture and say each box aloud: units holds three, price holds one thousand, total holds three thousand. You will need this picture when you predict the printed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reads instructions from the top to the bottom, one at a time. A name points to a value.
Your turn to guess. Work the paper example first: Draw three pens and label each UGX 1,000. Then predict every line the code will print.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3000, 1000.0, 1000, 3000 and 4000, on separate lines. The quoted 1000 is text. Changing units alone does not recalculate an earlier total.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names and totals. I have two questions for you.
Question one. What does each line of the code do? Talk it over with your neighbour for a minute.
Read each line aloud and say what it stores or prints.
Question two. Which number surprised you? Think about it for a moment, then tell the person next to you.
Here is how I would answer it. Say which printed value differed from your paper work,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In a new code cell calculate the price of 5 books at UGX 3000 each and print it. When you have run it, tell your neighbour what changed and how you know.
Here is what happens. 15000, then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F01.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NameError: name 'total' is not defined. It means this: Python has not run a line that creates that name in this session. To fix it, Run the cell that creates the name first and check the spelling.
The next one. You will see: The total did not change after I changed units. It means this: the old total was worked out before the change. To fix it, Run the line that calculates the total again after you change an input.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Can I predict every line Python prints before I run it?
Finish this sentence in your notebook, in your own words. I can explain numbers, names and predicting Python output in my own words.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F01  |  Numbers, names and predicting Python output</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Numbers, names and predicting Python output</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I predict every line Python prints before I run it?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Foundation lab F01</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I predict every 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Python prints before I run it?</a:t>
            </a:r>
            <a:endParaRPr lang="en-US" sz="3600" dirty="0"/>
          </a:p>
        </p:txBody>
      </p:sp>
      <p:pic>
        <p:nvPicPr>
          <p:cNvPr id="3" name="Image 0" descr="Code on the left and a paper for predicted output on the righ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calar">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scalar</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number.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price on a label.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nam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name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label that points to a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tag on a box.</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op to bottom">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top to bottom</a:t>
            </a:r>
            <a:endParaRPr lang="en-US" sz="30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Python reads one line after another and does not look ahead.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a recipe in order.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updat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update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Giving an existing name a new value.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Crossing out a price and writing a new one.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tring">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string</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Text inside quotation marks.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word on a label.</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prediction on pape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prediction on paper</a:t>
            </a:r>
            <a:endParaRPr lang="en-US" sz="2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Writing what you expect before you run.</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Guessing the match score before kick-off.</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Multiplying adds the same number again, quickly</a:t>
            </a:r>
            <a:endParaRPr lang="en-US" sz="3700" dirty="0"/>
          </a:p>
        </p:txBody>
      </p:sp>
      <p:pic>
        <p:nvPicPr>
          <p:cNvPr id="3" name="Image 0" descr="Multiplying adds the same number again, quickl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Three pens at UGX 1,000 add up to 3,000.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3 * 1000 gives the same total.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Python against paper.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Names are boxes that hold values</a:t>
            </a:r>
            <a:endParaRPr lang="en-US" sz="3800" dirty="0"/>
          </a:p>
        </p:txBody>
      </p:sp>
      <p:pic>
        <p:nvPicPr>
          <p:cNvPr id="3" name="Image 0" descr="Names are boxes that hold valu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units and price hold the inputs.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total holds the answer to a sum.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name points to one value.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names and totals</a:t>
            </a:r>
            <a:endParaRPr lang="en-US" sz="3800" dirty="0"/>
          </a:p>
        </p:txBody>
      </p:sp>
      <p:sp>
        <p:nvSpPr>
          <p:cNvPr id="3" name="Shape 1"/>
          <p:cNvSpPr/>
          <p:nvPr/>
        </p:nvSpPr>
        <p:spPr>
          <a:xfrm>
            <a:off x="640080" y="1645920"/>
            <a:ext cx="6035040" cy="4071112"/>
          </a:xfrm>
          <a:prstGeom prst="roundRect">
            <a:avLst>
              <a:gd name="adj" fmla="val 1797"/>
            </a:avLst>
          </a:prstGeom>
          <a:solidFill>
            <a:srgbClr val="111111"/>
          </a:solidFill>
          <a:ln/>
        </p:spPr>
      </p:sp>
      <p:sp>
        <p:nvSpPr>
          <p:cNvPr id="4" name="Text 2"/>
          <p:cNvSpPr txBox="1"/>
          <p:nvPr/>
        </p:nvSpPr>
        <p:spPr>
          <a:xfrm>
            <a:off x="841248" y="1847088"/>
            <a:ext cx="5632704" cy="36687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1000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 / 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"1000"</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Work the paper example first: Draw three pens and label each UGX 1,000. Then predict every line the code will print.</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names and totals</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4000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3000, 1000.0, 1000, 3000 and 4000, on separate lines.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quoted 1000 is text.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Changing units alone does not recalculate an earlier total.</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names and totals</a:t>
            </a:r>
            <a:endParaRPr lang="en-US" sz="3800" dirty="0"/>
          </a:p>
        </p:txBody>
      </p:sp>
      <p:sp>
        <p:nvSpPr>
          <p:cNvPr id="3" name="Shape 1"/>
          <p:cNvSpPr/>
          <p:nvPr/>
        </p:nvSpPr>
        <p:spPr>
          <a:xfrm>
            <a:off x="7498080" y="1737360"/>
            <a:ext cx="4023360" cy="3410712"/>
          </a:xfrm>
          <a:prstGeom prst="roundRect">
            <a:avLst>
              <a:gd name="adj" fmla="val 2145"/>
            </a:avLst>
          </a:prstGeom>
          <a:solidFill>
            <a:srgbClr val="111111"/>
          </a:solidFill>
          <a:ln/>
        </p:spPr>
      </p:sp>
      <p:sp>
        <p:nvSpPr>
          <p:cNvPr id="4" name="Text 2"/>
          <p:cNvSpPr txBox="1"/>
          <p:nvPr/>
        </p:nvSpPr>
        <p:spPr>
          <a:xfrm>
            <a:off x="7699248" y="1938528"/>
            <a:ext cx="3621024" cy="300837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1000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"1000"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each line of the code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Which number surprised you?</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In a new code cell calculate the price of 5 books at UGX 3000 each and print it.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410712"/>
          </a:xfrm>
          <a:prstGeom prst="roundRect">
            <a:avLst>
              <a:gd name="adj" fmla="val 2145"/>
            </a:avLst>
          </a:prstGeom>
          <a:solidFill>
            <a:srgbClr val="111111"/>
          </a:solidFill>
          <a:ln/>
        </p:spPr>
      </p:sp>
      <p:sp>
        <p:nvSpPr>
          <p:cNvPr id="5" name="Text 3"/>
          <p:cNvSpPr txBox="1"/>
          <p:nvPr/>
        </p:nvSpPr>
        <p:spPr>
          <a:xfrm>
            <a:off x="7424928" y="1938528"/>
            <a:ext cx="3895344" cy="300837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1000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"1000"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units * 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In a new code cell calculate the price of 5 books at UGX 3000 each and print it. Change the quantity to 2 and recalculate. In a text cell explain why the old total did not change until you recalculated it. Save F01.ipynb.</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F01.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'total'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has not run a line that creates that name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name first and check the spelling.</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total did not change after I changed units</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old total was worked out before the change.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line that calculates the total again after you change an input.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explain numbers, names and predicting Python output in my own words.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F01 Numbers, names and predicting Python output</dc:title>
  <dc:subject>Machine Learning</dc:subject>
  <dc:creator>KLAi</dc:creator>
  <cp:lastModifiedBy>KLAi</cp:lastModifiedBy>
  <cp:revision>1</cp:revision>
  <dcterms:created xsi:type="dcterms:W3CDTF">2026-10-31T12:33:16Z</dcterms:created>
  <dcterms:modified xsi:type="dcterms:W3CDTF">2026-10-31T12:33:16Z</dcterms:modified>
</cp:coreProperties>
</file>