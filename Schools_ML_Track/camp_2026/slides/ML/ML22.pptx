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d420b6c-eb68-eaf6-99d9-c9b1dc532c9a}">
          <p14:sldIdLst>
            <p14:sldId id="256"/>
            <p14:sldId id="257"/>
            <p14:sldId id="258"/>
            <p14:sldId id="259"/>
            <p14:sldId id="260"/>
            <p14:sldId id="261"/>
          </p14:sldIdLst>
        </p14:section>
        <p14:section name="Block A" id="{003e169a-9a4e-7234-93f9-739d5c4190e7}">
          <p14:sldIdLst>
            <p14:sldId id="262"/>
            <p14:sldId id="263"/>
            <p14:sldId id="264"/>
            <p14:sldId id="265"/>
            <p14:sldId id="267"/>
          </p14:sldIdLst>
        </p14:section>
        <p14:section name="Break" id="{4e937bb6-bdd3-b39b-4ca3-57197b44b16d}">
          <p14:sldIdLst>
            <p14:sldId id="266"/>
          </p14:sldIdLst>
        </p14:section>
        <p14:section name="Block A" id="{082835d9-6a5e-7bd7-45f1-87628d5227e9}">
          <p14:sldIdLst/>
        </p14:section>
        <p14:section name="Block B" id="{0461d98e-f91f-0877-4be6-beb5487a746b}">
          <p14:sldIdLst>
            <p14:sldId id="268"/>
            <p14:sldId id="269"/>
            <p14:sldId id="270"/>
            <p14:sldId id="271"/>
            <p14:sldId id="272"/>
            <p14:sldId id="273"/>
          </p14:sldIdLst>
        </p14:section>
        <p14:section name="Make and close" id="{291b317b-4995-2f07-3b6f-7ebf9b590c16}">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22 and our topic is the final test and a reproducible handover.
By the end of today you will be able to run the final test once, report it separately from validation, and hand over a project that reruns from a restarted kernel.
We will answer one question: How well does my frozen model do on rows nobody has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to the question for today. On the thirty locked trips, the plain guess misses by three thousand six hundred and seventeen shillings. The frozen model misses by two thousand nine hundred and thirty six. The model still wins, though by less than on validation. That is a normal and honest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40 minutes. Final test. After that, 15 minutes. Break. Next, 25 minutes. Handover checklist. Then, 80 minutes. Assemble, rerun and report. Then, 10 minutes. Save and exit check.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frozen model. A model whose inputs and settings are fixed before the final test. A small example. An answer sheet handed in.
handover. Everything another person needs: data origin, code, instructions and limits. Picture this. Passing on the keys with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restart and run all. Restart the kernel and run every cell from the top. Starting the game from the first level.
limit. A fair statement of what the result cannot show. Think of a shop. The edge of what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thirty locked trips have waited all this time. Now we open them once, with the model already frozen, and write down the number.
If the number is disappointing we report it anyway. Changing the model now and trying again would make the test worthless.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fares model with three inputs was chosen on validation.
Make a prediction. Predict whether the final test error will be above or below the validation error of 2255.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cell prints 2936 and 3617. On the locked 30 trips the model misses by about UGX 2936 and the plain guess by about UGX 3617. The model is still better, but its lead is much smaller than the validation lead of 2255 against 4361. This is normal: the test has only 30 trips, and the validation lead may have been lucky. Report the final number as it is, next to the validation number, and do not change the model to improve it.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Run the final test once. I have two questions for you.
Question one. Why report the final score separately from validation? Have a go in your head first.
Let me answer it. Validation was used to choose the model, so only the final test is an honest score.
Question two. Can you change the model if the final score is disappointing? Write your answer in one line before we compare.
The answer is this. No. Changing it after seeing the test would use the test twice, and a new locked test would be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Calculate how much smaller the model's error is than the baseline's on the final test, as a percentage. After you run it, say in one sentence what changed and how you checked.
You should see this. About 19%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validation the model beat the plain guess by a wide margin. On the final test the margin is smaller. This happens because we chose the model using the validation trips, so it looked a little better there than it really is.
The final test gives the honest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person should be able to rerun your folder. Work through the list with a partner.
Time to commit to an answer. Write the three things you think a stranger needs first to rerun your project.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checklist: restart the kernel and run all cells from the top; the data file sits beside the notebook; the data origin and the fact that it is synthetic are stated; the final test is reported separately from validation; limits are written next to the result; project.ipynb, the data dictionary and report.pdf or report.docx are saved together; every file opens when reopened. A model on invented teaching data is a demonstration, and nobody should use it to make decisions about people.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the handover checklist. I have two questions for you.
Question one. Why restart the kernel before the final run? Write your answer in one line before we compare.
The answer is this. Hidden steps are exposed when the notebook runs from a clean start.
Question two. What does the report say about the model's limits? Say it quietly to yourself before anyone answers.
The data is invented, the test is small, and the model has not been tried on real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Swap notebooks with a partner. Follow their instructions without asking questions and note where you stall. Then explain to your neighbour what the change did.
The result: Every stall is a missing instruction. Add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handover means somebody else can pick up your folder and run it. Keep the data file next to the notebook. Check that restart and run all works from the top. State where the data came from, and say that it is invented.
Report validation and final test separately, and write the limits next to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report fits on one page. Open with the question. Describe the data and method. Give the result, with the baseline beside it so a reader can judge. Add one limit and one next step.
A stranger should be able to read it in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ML22.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NameError after restarting the kernel. It means this: A cell used a name that was only created in a deleted or skipped cell. To fix it, Run all cells from the top and add the missing step.
The next one. You will see: The final score differs from last time. It means this: the split or the model settings changed. To fix it, use the same random_state and settings as in validation.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How well does my frozen model do on rows nobody has used?
Copy this sentence into your notebook and make it yours. The final test is run once, reported next to validation, and the project reruns from a restarted kernel.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ML22  |  The final test and a reproducible handover</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The final test and a</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reproducible handover</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well does my frozen model do on rows nobody has used?</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22 of 24  |  Week 8, Hand over</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well does my frozen model</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do on rows nobody has used?</a:t>
            </a:r>
            <a:endParaRPr lang="en-US" sz="3600" dirty="0"/>
          </a:p>
        </p:txBody>
      </p:sp>
      <p:pic>
        <p:nvPicPr>
          <p:cNvPr id="3" name="Image 0" descr="Final test errors for the plain guess, 3,617 shillings, and the frozen model, 2,936 shilling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frozen model">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frozen model</a:t>
            </a:r>
            <a:endParaRPr lang="en-US" sz="31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model whose inputs and settings are fixed before the final test.</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An answer sheet handed in.</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handover">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handover</a:t>
            </a:r>
            <a:endParaRPr lang="en-US" sz="34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Everything another person needs: data origin, code, instructions and limits.</a:t>
            </a:r>
            <a:endParaRPr lang="en-US" sz="2200" dirty="0"/>
          </a:p>
        </p:txBody>
      </p:sp>
      <p:sp>
        <p:nvSpPr>
          <p:cNvPr id="11" name="Text 7"/>
          <p:cNvSpPr txBox="1"/>
          <p:nvPr/>
        </p:nvSpPr>
        <p:spPr>
          <a:xfrm>
            <a:off x="5120640" y="428244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Passing on the keys with directions.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restart and run all">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restart and run all</a:t>
            </a:r>
            <a:endParaRPr lang="en-US" sz="2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Restart the kernel and run every cell from the top.</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Starting the game from the first level.</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limit">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limit</a:t>
            </a:r>
            <a:endParaRPr lang="en-US" sz="34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fair statement of what the result cannot show.</a:t>
            </a:r>
            <a:endParaRPr lang="en-US" sz="2200" dirty="0"/>
          </a:p>
        </p:txBody>
      </p:sp>
      <p:sp>
        <p:nvSpPr>
          <p:cNvPr id="11" name="Text 7"/>
          <p:cNvSpPr txBox="1"/>
          <p:nvPr/>
        </p:nvSpPr>
        <p:spPr>
          <a:xfrm>
            <a:off x="5120640" y="394716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edge of what you know.</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locked trips are opened once and reported</a:t>
            </a:r>
            <a:endParaRPr lang="en-US" sz="3800" dirty="0"/>
          </a:p>
        </p:txBody>
      </p:sp>
      <p:pic>
        <p:nvPicPr>
          <p:cNvPr id="3" name="Image 0" descr="The locked trips are opened once and reported">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Thirty trips stayed locked until now.</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Open them once.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Report whatever number appears.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Run the final test once</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whether the final test error will be above or below the validation error of 2255.</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Run the final test once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cell prints 2936 and 3617.</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On the locked 30 trips the model misses by about UGX 2936 and the plain guess by about UGX 3617.</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model is still better, but its lead is much smaller than the validation lead of 2255 against 4361.</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Run the final test once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report the final score separately from validation?</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Can you change the model if the final score is disappointing?</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Calculate how much smaller the model's error is than the baseline's on the final test, as a percentage.</a:t>
            </a:r>
            <a:endParaRPr lang="en-US" sz="3400" dirty="0"/>
          </a:p>
          <a:p>
            <a:pPr algn="l" indent="0" marL="0">
              <a:lnSpc>
                <a:spcPts val="4080"/>
              </a:lnSpc>
              <a:spcAft>
                <a:spcPts val="3240"/>
              </a:spcAft>
              <a:buNone/>
            </a:pPr>
            <a:r>
              <a:rPr lang="en-US" sz="3400" dirty="0">
                <a:solidFill>
                  <a:srgbClr val="111111"/>
                </a:solidFill>
                <a:latin typeface="Lato" pitchFamily="34" charset="0"/>
                <a:ea typeface="Lato" pitchFamily="34" charset="-122"/>
                <a:cs typeface="Lato" pitchFamily="34" charset="-120"/>
              </a:rPr>
              <a:t>Then tell your neighbour what changed and how you know.</a:t>
            </a:r>
            <a:endParaRPr lang="en-US" sz="34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lead over the plain guess shrinks at the test</a:t>
            </a:r>
            <a:endParaRPr lang="en-US" sz="3800" dirty="0"/>
          </a:p>
        </p:txBody>
      </p:sp>
      <p:pic>
        <p:nvPicPr>
          <p:cNvPr id="3" name="Image 0" descr="The lead over the plain guess shrinks at the tes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Validation lead: 4,361 against 2,255.</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Final test lead: 3,617 against 2,936.</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smaller lead on fresh trips is normal.</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handover checklist</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the three things you think a stranger needs first to rerun your project.</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The handover checklist</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480"/>
              </a:lnSpc>
              <a:spcAft>
                <a:spcPts val="1800"/>
              </a:spcAft>
              <a:buNone/>
            </a:pPr>
            <a:r>
              <a:rPr lang="en-US" sz="2900" dirty="0">
                <a:solidFill>
                  <a:srgbClr val="111111"/>
                </a:solidFill>
                <a:latin typeface="Lato" pitchFamily="34" charset="0"/>
                <a:ea typeface="Lato" pitchFamily="34" charset="-122"/>
                <a:cs typeface="Lato" pitchFamily="34" charset="-120"/>
              </a:rPr>
              <a:t>The checklist: restart the kernel and run all cells from the top; the data file sits beside the notebook; the data origin and the fact that it is synthetic are stated; the final test is reported separately from validation; limits are written next to the result; project.ipynb, the data dictionary and report.pdf or report.docx are saved together; every file opens when reopened.</a:t>
            </a:r>
            <a:endParaRPr lang="en-US" sz="29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The handover checklist</a:t>
            </a:r>
            <a:endParaRPr lang="en-US" sz="3800" dirty="0"/>
          </a:p>
        </p:txBody>
      </p:sp>
      <p:pic>
        <p:nvPicPr>
          <p:cNvPr id="3" name="Image 0" descr="Look closely">    </p:cNvPr>
          <p:cNvPicPr>
            <a:picLocks noChangeAspect="1"/>
          </p:cNvPicPr>
          <p:nvPr/>
        </p:nvPicPr>
        <p:blipFill>
          <a:blip r:embed="rId1"/>
          <a:stretch>
            <a:fillRect/>
          </a:stretch>
        </p:blipFill>
        <p:spPr>
          <a:xfrm>
            <a:off x="9326880" y="2194560"/>
            <a:ext cx="2194560" cy="2194560"/>
          </a:xfrm>
          <a:prstGeom prst="rect">
            <a:avLst/>
          </a:prstGeom>
        </p:spPr>
      </p:pic>
      <p:sp>
        <p:nvSpPr>
          <p:cNvPr id="4" name="Text 1"/>
          <p:cNvSpPr txBox="1"/>
          <p:nvPr/>
        </p:nvSpPr>
        <p:spPr>
          <a:xfrm>
            <a:off x="640080" y="1737360"/>
            <a:ext cx="859536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restart the kernel before the final run?</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the report say about the model's limits?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749808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Swap notebooks with a partner. Follow their instructions without asking questions and note where you stall.</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handover lets someone else rerun your work</a:t>
            </a:r>
            <a:endParaRPr lang="en-US" sz="3800" dirty="0"/>
          </a:p>
        </p:txBody>
      </p:sp>
      <p:pic>
        <p:nvPicPr>
          <p:cNvPr id="3" name="Image 0" descr="A handover lets someone else rerun your work">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Tick every line before you hand over.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one page report has five parts</a:t>
            </a:r>
            <a:endParaRPr lang="en-US" sz="3800" dirty="0"/>
          </a:p>
        </p:txBody>
      </p:sp>
      <p:pic>
        <p:nvPicPr>
          <p:cNvPr id="3" name="Image 0" descr="A one page report has five part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Question, then data and method.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Result with the baseline beside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End with a limit and a next step.</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Use the project checklist.</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Reopen all submitted files.</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Submit project.ipynb, your data dictionary and report.pdf or report.docx together through the instructor's collection route.</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Save it as ML22.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after restarting the kernel</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cell used a name that was only created in a deleted or skipped cell.</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all cells from the top and add the missing step.</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final score differs from last time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split or the model settings changed.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the same random_state and settings as in validation.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The final test is run once, reported next to validation, and the project reruns from a restarted kernel.</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ML22 The final test and a reproducible handover</dc:title>
  <dc:subject>Machine Learning</dc:subject>
  <dc:creator>KLAi</dc:creator>
  <cp:lastModifiedBy>KLAi</cp:lastModifiedBy>
  <cp:revision>1</cp:revision>
  <dcterms:created xsi:type="dcterms:W3CDTF">2026-10-31T12:44:49Z</dcterms:created>
  <dcterms:modified xsi:type="dcterms:W3CDTF">2026-10-31T12:44:49Z</dcterms:modified>
</cp:coreProperties>
</file>