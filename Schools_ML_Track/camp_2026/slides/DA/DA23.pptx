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36944318-6761-7423-ead5-f56bf30ca287}">
          <p14:sldIdLst>
            <p14:sldId id="256"/>
            <p14:sldId id="257"/>
            <p14:sldId id="258"/>
            <p14:sldId id="259"/>
            <p14:sldId id="260"/>
            <p14:sldId id="261"/>
            <p14:sldId id="262"/>
          </p14:sldIdLst>
        </p14:section>
        <p14:section name="Make and close" id="{c753f940-3a5e-531b-33a4-c78850b429f8}">
          <p14:sldIdLst>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go. Today is session 23 and our topic is explain it to a parent.
By the end of today you will be able to explain your project to a listener who has never seen code, in five minutes, with a chart and a limit.
We will answer one question: Can a parent say what I found, how I know, and what the data cannot tell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a parent say what I found, how I know, and what the data cannot tell us? That is the test for your talk. Parents are not data analysts, and they do not need to be. They need to leave knowing one clear finding and trusting it. Today you plan the talk, you rehearse it with a timer, and you prepare for the questions you will be asked.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15 minutes. Recall, then the five-slide plan. Then, 45 minutes. Build the slides. After that, 15 minutes. Break away from screens. Next, 60 minutes. Timed rehearsals in turn with peer feedback. Then, 30 minutes. Repair, backup and the optional modern AI orientation. Then, 15 minutes. Exit ticket, then save.
You build five slides, then rehearse in turn with a timer. Ask me now if any part of the plan is unclear.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storyboard has five frames. My question. My data, with the number of sales, the shops and the days. What I did, in four short words: cleaned, merged, added up and checked. What I found, with one chart. And what it cannot show. One idea on each slide.
If a parent can repeat the finding and the limit after your talk, the talk worked.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is five minutes, followed by three minutes of questions. Most of your time belongs to the finding. The question and the data get half a minute each. What you did gets one minute. The finding gets two. The limit and the next step get one.
Put a timer in the corner of the room when you practise. If you run over, cut words, and keep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get three kinds of question. Where did this number come from? You open the output cell. What did you clean? You show the cleaning log. What can this data not tell us? You read your limitation.
Rehearse all three with a partner. Pointing at evidence is stronger than answering from memory. Practise pointing, not remembering.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fails at the worst moment. The projector might not connect, or the laptop might freeze. So you keep a backup: a PDF of your slides and screenshots of your key outputs.
If the live notebook fails, you explain the workflow aloud while the pictures stay on the screen. Save the backup the day before, and test that it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DA23. I will come round to each of you and ask what you changed and how you checked it.
The rest of the brief is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rest of the brief. Take your time, and save your work as you go, because a saved file is the only thing I can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The talk runs over five minutes. It means this: there are too many slides or too much code on screen. To fix it, keep one idea per slide and cut the slide that explains the method in detail.
The next one. You will see: The projector fails. It means this: the demonstration depends on a live notebook or the internet. To fix it, use the PDF and the screenshots, and explain the workflow aloud.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Can a parent say what I found, how I know, and what the data cannot tell us?
Write this sentence in your notebook and finish it your own way. I can explain my project in five minutes without jargon and say what it cannot show.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DA23  |  Explain it to a parent</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Explain it to a parent</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Can a parent say what I found, how I know, and what the data cannot tell us?</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Python for Data Analysis  |  Session 23 of 24  |  Week 8, Hand over</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Can a parent say what I found, how I</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know, and what the data cannot tell us?</a:t>
            </a:r>
            <a:endParaRPr lang="en-US" sz="3600" dirty="0"/>
          </a:p>
        </p:txBody>
      </p:sp>
      <p:pic>
        <p:nvPicPr>
          <p:cNvPr id="3" name="Image 0" descr="A learner presenting five slides to a paren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Today's plan in minutes</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You build five slides, then rehearse in turn with a timer.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Five slides tell the whole project</a:t>
            </a:r>
            <a:endParaRPr lang="en-US" sz="3800" dirty="0"/>
          </a:p>
        </p:txBody>
      </p:sp>
      <p:pic>
        <p:nvPicPr>
          <p:cNvPr id="3" name="Image 0" descr="Five slides tell the whole project">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One idea on each slide.</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Five minutes of talk and three of questions</a:t>
            </a:r>
            <a:endParaRPr lang="en-US" sz="3800" dirty="0"/>
          </a:p>
        </p:txBody>
      </p:sp>
      <p:pic>
        <p:nvPicPr>
          <p:cNvPr id="3" name="Image 0" descr="Five minutes of talk and three of questions">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Practise twice with a timer.</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Each parent question points to your evidence</a:t>
            </a:r>
            <a:endParaRPr lang="en-US" sz="3800" dirty="0"/>
          </a:p>
        </p:txBody>
      </p:sp>
      <p:pic>
        <p:nvPicPr>
          <p:cNvPr id="3" name="Image 0" descr="Each parent question points to your evidenc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Point to the evidence. Do not read the number from memory.</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Keep a PDF and screenshots for a laptop failure</a:t>
            </a:r>
            <a:endParaRPr lang="en-US" sz="3800" dirty="0"/>
          </a:p>
        </p:txBody>
      </p:sp>
      <p:pic>
        <p:nvPicPr>
          <p:cNvPr id="3" name="Image 0" descr="Keep a PDF and screenshots for a laptop failure">    </p:cNvPr>
          <p:cNvPicPr>
            <a:picLocks noChangeAspect="1"/>
          </p:cNvPicPr>
          <p:nvPr/>
        </p:nvPicPr>
        <p:blipFill>
          <a:blip r:embed="rId1"/>
          <a:stretch>
            <a:fillRect/>
          </a:stretch>
        </p:blipFill>
        <p:spPr>
          <a:xfrm>
            <a:off x="640080" y="1554480"/>
            <a:ext cx="10881360" cy="4069080"/>
          </a:xfrm>
          <a:prstGeom prst="rect">
            <a:avLst/>
          </a:prstGeom>
        </p:spPr>
      </p:pic>
      <p:sp>
        <p:nvSpPr>
          <p:cNvPr id="4" name="Text 1"/>
          <p:cNvSpPr txBox="1"/>
          <p:nvPr/>
        </p:nvSpPr>
        <p:spPr>
          <a:xfrm>
            <a:off x="640080" y="5669280"/>
            <a:ext cx="10881360" cy="64008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Save the backup before the day.</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(1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Make five slides: my question; what data I used; what I did; my most useful finding with its chart; the limitation and next step. Save as showcase.pptx and keep a PDF and screenshots as a backup. Rehearse with a timer. Practise answering: where did this number come from, what did you clean, and what can this data not tell us.</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 (2 of 2)</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520"/>
              </a:spcAft>
              <a:buNone/>
            </a:pPr>
            <a:r>
              <a:rPr lang="en-US" sz="2800" dirty="0">
                <a:solidFill>
                  <a:srgbClr val="111111"/>
                </a:solidFill>
                <a:latin typeface="Lato" pitchFamily="34" charset="0"/>
                <a:ea typeface="Lato" pitchFamily="34" charset="-122"/>
                <a:cs typeface="Lato" pitchFamily="34" charset="-120"/>
              </a:rPr>
              <a:t>Disclose any help or AI use. Show only invented or approved non-personal data. The instructor may follow the rehearsal with MODERN_AI_ORIENTATION.md, a 20-minute optional introduction with no assignment or mark.</a:t>
            </a:r>
            <a:endParaRPr lang="en-US" sz="2800" dirty="0"/>
          </a:p>
          <a:p>
            <a:pPr algn="l" indent="0" marL="0">
              <a:lnSpc>
                <a:spcPts val="3360"/>
              </a:lnSpc>
              <a:spcAft>
                <a:spcPts val="2520"/>
              </a:spcAft>
              <a:buNone/>
            </a:pPr>
            <a:r>
              <a:rPr lang="en-US" sz="2800" dirty="0">
                <a:solidFill>
                  <a:srgbClr val="111111"/>
                </a:solidFill>
                <a:latin typeface="Lato" pitchFamily="34" charset="0"/>
                <a:ea typeface="Lato" pitchFamily="34" charset="-122"/>
                <a:cs typeface="Lato" pitchFamily="34" charset="-120"/>
              </a:rPr>
              <a:t>Save it as DA23.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talk runs over five minutes</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There are too many slides or too much code on screen.</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Keep one idea per slide and cut the slide that explains the method in detail.</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projector fails</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demonstration depends on a live notebook or the internet.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the PDF and the screenshots, and explain the workflow aloud.</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explain my project in five minutes without jargon and say what it cannot show.</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DA23 Explain it to a parent</dc:title>
  <dc:subject>Python for Data Analysis</dc:subject>
  <dc:creator>KLAi</dc:creator>
  <cp:lastModifiedBy>KLAi</cp:lastModifiedBy>
  <cp:revision>1</cp:revision>
  <dcterms:created xsi:type="dcterms:W3CDTF">2026-10-31T12:32:57Z</dcterms:created>
  <dcterms:modified xsi:type="dcterms:W3CDTF">2026-10-31T12:32:57Z</dcterms:modified>
</cp:coreProperties>
</file>