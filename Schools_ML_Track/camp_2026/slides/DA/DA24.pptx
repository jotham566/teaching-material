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2687652-bb3d-3b7c-7fa6-ac2ddd8a8669}">
          <p14:sldIdLst>
            <p14:sldId id="256"/>
            <p14:sldId id="257"/>
            <p14:sldId id="258"/>
            <p14:sldId id="259"/>
            <p14:sldId id="260"/>
            <p14:sldId id="261"/>
          </p14:sldIdLst>
        </p14:section>
        <p14:section name="Make and close" id="{7286c956-00fe-a5f6-d1bb-d31a4e07b7d5}">
          <p14:sldIdLst>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Today is session 24 and our topic is parent showcase and next steps.
By the end of today you will be able to present your project, answer questions, and change a small part of it live without AI assistance.
We will answer one question: What can I show and explain, and what will I learn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can I show and explain, and what will I learn next? Today is the showcase. Parents and guardians join for the welcome, the presentations and the certificates. You present, you answer questions, and you show that the work is yours. Look at the bars: the presentations are the longest part before the final reflection, and that is where you shine.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30 minutes. Setup, rehearsal and backups. Then, 10 minutes. Welcome for parents and guardians. After that, 40 minutes. Presentations and questions. Next, 10 minutes. Break. Then, 20 minutes. Feedback, certificates and photographs only where consent exists. Then, 70 minutes. Reflection, portfolio copy and next steps.
Your families come to see what you built. You show it and answer questions. Ask me now if any part of the plan is unclear.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of the showcase is a short live change. The instructor chooses one small change, for example filter one branch, or change five units to ten. You close every assistant window. You make the change, run it, and say what changed and how you checked it.
This is the best proof that you understand your own project. Stay calm, and say your steps aloud as you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notebook will not open on the day, you stay calm and use the backup. Open the PDF and the screenshots, and explain the workflow from there, step by step, while the pictures stay on the screen.
The instructor can arrange a short live rerun afterwards if evidence is missing. Having a backup is part of doing the job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Finish with a card. Write one goal, for example to analyse real data from a public source. Then write a first step that you can do this week. And write by when. Use your own words and your own handwriting.
Keep the card with your project folder. A goal with a date is far more likely to happen than a wish.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you do the real work yourself. Start with the first step. If you get stuck for a few minutes, read your error message, check the error card, and then ask me.
Save it as DA24.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are likely to go wrong today. It helps to know them before they happen.
This is the first one. You will see: The notebook will not open on the day. It means this: the file or environment was not tested on the showcase laptop. To fix it, use the PDF and screenshots, explain the workflow, and arrange a short live rerun afterwards.
The next one. You will see: A question about the code cannot be answered. It means this: the student has not traced that line since they wrote it. To fix it, say what the line is meant to do, then run it on a small input to show it.
If you meet one of these, fix it and carry on. It happens to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finish, go back to the question we began with: What can I show and explain, and what will I learn next?
Copy this sentence into your notebook and make it yours. I can show my work, explain it, change one part of it, and name what I will learn next.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DA24  |  Parent showcase and next steps</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Parent showcase and next steps</a:t>
            </a:r>
            <a:endParaRPr lang="en-US" sz="5600" dirty="0"/>
          </a:p>
        </p:txBody>
      </p:sp>
      <p:sp>
        <p:nvSpPr>
          <p:cNvPr id="3" name="Text 1"/>
          <p:cNvSpPr txBox="1"/>
          <p:nvPr/>
        </p:nvSpPr>
        <p:spPr>
          <a:xfrm>
            <a:off x="640080" y="417068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What can I show and explain, and what will I learn next?</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Python for Data Analysis  |  Session 24 of 24  |  Week 8, Hand over</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What can I show and explain,</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and what will I learn next?</a:t>
            </a:r>
            <a:endParaRPr lang="en-US" sz="3600" dirty="0"/>
          </a:p>
        </p:txBody>
      </p:sp>
      <p:pic>
        <p:nvPicPr>
          <p:cNvPr id="3" name="Image 0" descr="The showcase session as a timeline with parents attending">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Today's plan in minutes</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Your families come to see what you built. You show it and answer questions.</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You make one small change unaided</a:t>
            </a:r>
            <a:endParaRPr lang="en-US" sz="3800" dirty="0"/>
          </a:p>
        </p:txBody>
      </p:sp>
      <p:pic>
        <p:nvPicPr>
          <p:cNvPr id="3" name="Image 0" descr="You make one small change unaided">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Close the assistant windows first.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Make the change and run it.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Say what changed and how you checked.</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If the notebook will not open, use the PDF backup</a:t>
            </a:r>
            <a:endParaRPr lang="en-US" sz="3600" dirty="0"/>
          </a:p>
        </p:txBody>
      </p:sp>
      <p:pic>
        <p:nvPicPr>
          <p:cNvPr id="3" name="Image 0" descr="If the notebook will not open, use the PDF backup">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The backup is part of the presentation.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Write your next goal with a first step and a date</a:t>
            </a:r>
            <a:endParaRPr lang="en-US" sz="3800" dirty="0"/>
          </a:p>
        </p:txBody>
      </p:sp>
      <p:pic>
        <p:nvPicPr>
          <p:cNvPr id="3" name="Image 0" descr="Write your next goal with a first step and a date">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One goal in your own words.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One first step you can do this week.</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date to do it by.</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2880"/>
              </a:lnSpc>
              <a:spcAft>
                <a:spcPts val="2520"/>
              </a:spcAft>
              <a:buNone/>
            </a:pPr>
            <a:r>
              <a:rPr lang="en-US" sz="2400" dirty="0">
                <a:solidFill>
                  <a:srgbClr val="111111"/>
                </a:solidFill>
                <a:latin typeface="Lato" pitchFamily="34" charset="0"/>
                <a:ea typeface="Lato" pitchFamily="34" charset="-122"/>
                <a:cs typeface="Lato" pitchFamily="34" charset="-120"/>
              </a:rPr>
              <a:t>Present your project for five minutes and answer three minutes of questions. Explain one calculation, one chart and one limitation. The instructor then chooses one small change, and you make it unaided. Close assistant windows and turn off generative suggestions first. Acknowledge any help you had. Choose one next learning goal. Keep your project folder and feedback.</a:t>
            </a:r>
            <a:endParaRPr lang="en-US" sz="2400" dirty="0"/>
          </a:p>
          <a:p>
            <a:pPr algn="l" indent="0" marL="0">
              <a:lnSpc>
                <a:spcPts val="2880"/>
              </a:lnSpc>
              <a:spcAft>
                <a:spcPts val="2520"/>
              </a:spcAft>
              <a:buNone/>
            </a:pPr>
            <a:r>
              <a:rPr lang="en-US" sz="2400" dirty="0">
                <a:solidFill>
                  <a:srgbClr val="111111"/>
                </a:solidFill>
                <a:latin typeface="Lato" pitchFamily="34" charset="0"/>
                <a:ea typeface="Lato" pitchFamily="34" charset="-122"/>
                <a:cs typeface="Lato" pitchFamily="34" charset="-120"/>
              </a:rPr>
              <a:t>Save it as DA24. Write two sentences: what you changed and how you checked it.</a:t>
            </a:r>
            <a:endParaRPr lang="en-US" sz="24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notebook will not open on the day</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file or environment was not tested on the showcase laptop.</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Use the PDF and screenshots, explain the workflow, and arrange a short live rerun afterwards.</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A question about the code cannot be answered</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student has not traced that line since they wrote it.</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Say what the line is meant to do, then run it on a small input to show it.</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I can show my work, explain it, change one part of it, and name what I will learn next.</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DA24 Parent showcase and next steps</dc:title>
  <dc:subject>Python for Data Analysis</dc:subject>
  <dc:creator>KLAi</dc:creator>
  <cp:lastModifiedBy>KLAi</cp:lastModifiedBy>
  <cp:revision>1</cp:revision>
  <dcterms:created xsi:type="dcterms:W3CDTF">2026-10-31T12:32:57Z</dcterms:created>
  <dcterms:modified xsi:type="dcterms:W3CDTF">2026-10-31T12:32:57Z</dcterms:modified>
</cp:coreProperties>
</file>