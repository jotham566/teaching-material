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f48c39-b4d7-1eac-2cd1-7e970554f5bb}">
          <p14:sldIdLst>
            <p14:sldId id="256"/>
            <p14:sldId id="257"/>
            <p14:sldId id="258"/>
            <p14:sldId id="259"/>
            <p14:sldId id="260"/>
            <p14:sldId id="261"/>
            <p14:sldId id="262"/>
          </p14:sldIdLst>
        </p14:section>
        <p14:section name="Block A" id="{db1fdc90-ccea-bd0c-1900-7010107f4563}">
          <p14:sldIdLst>
            <p14:sldId id="263"/>
            <p14:sldId id="264"/>
            <p14:sldId id="265"/>
            <p14:sldId id="266"/>
            <p14:sldId id="268"/>
            <p14:sldId id="269"/>
          </p14:sldIdLst>
        </p14:section>
        <p14:section name="Break" id="{c772502c-1c20-e834-ea73-1b8693e417b2}">
          <p14:sldIdLst>
            <p14:sldId id="267"/>
          </p14:sldIdLst>
        </p14:section>
        <p14:section name="Block A" id="{2ee43be2-4314-9251-05dd-991e6bb5848f}">
          <p14:sldIdLst/>
        </p14:section>
        <p14:section name="Block B" id="{68e16365-92da-f719-a9d3-405f95797bd5}">
          <p14:sldIdLst>
            <p14:sldId id="270"/>
            <p14:sldId id="271"/>
            <p14:sldId id="272"/>
            <p14:sldId id="273"/>
            <p14:sldId id="274"/>
          </p14:sldIdLst>
        </p14:section>
        <p14:section name="Make and close" id="{486d0b78-363b-39d5-a21e-9cc1ed5370e8}">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5 and our topic is lists, dictionaries and loops.
By the end of today you will be able to store several values in a list, look one up by position, and use a loop to add them up.
We will answer one question: How many units did the first six sales sell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first six sales, each with its number of units. Adding six numbers by hand is easy. But imagine sixty sales, or six thousand. Nobody wants to type a plus sign six thousand times. Today we learn how to store many values together and how to make Python add them up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list. Several values in order inside square brackets. Here is a way to see it. A shopping list.
index. The position of a value in a list. Counting starts at 0. A small example. The numbered seats in a bus, with the driver as seat 0.
dictionary. Named pairs inside braces. A key finds its value. Picture this. A price board: the name of the item gives its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key. The name used to look up a value in a dictionary. You have seen this before. The name on a price board.
loop. Repeat the indented lines once for each value. Counting stock shelf by shelf.
running total. A number that grows as each value is added. Think of a shop. The cash tin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bus where each seat has a number painted on it. A list is like that. The values sit in order, and each seat has a number called an index. The surprise is that counting starts at zero. The first seat is seat zero, the second is seat one, and so on.
In the picture we ask for units with a three in brackets. Which value comes back? Count the seats from zero, and watch out, because most people say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works like the price board outside a shop. You do not ask for the second row. You ask for Pen, and the board tells you one thousand. The name you ask for is called the key. The answer is the value.
If you write a key that is not on the board, Python stops with a KeyError. Which spelling mistake would cause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the first six sales in the shop table are 1, 2, 4, 7, 6 and 5. A list keeps them in order inside square brackets.
Now your guess. Predict what each print shows.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1, 7, 6 and 7. Position 0 holds the first value and position 3 holds the fourth. len counts the values and max finds the largest.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lists and positions. I have two questions for you.
Question one. Why does units[3] show 7 and not 4? Think about it for a moment, then tell the person next to you.
Here is how I would answer it. Counting starts at 0, so position 3 is the fourth value.
Question two. Which position holds the last value? Have a go in your head first.
What I would say is this. Position 5, which is len(units)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value at position 4. Run it, then tell someone what you saw.
What you should find: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is a way of saying do this for each one. The first line sets a counter to zero. The second line says take the values one at a time and call the current one u. The indented line below it is the work that repeats. The last line has no indent, so it waits until the loop is finished.
Read the code aloud, in plain English, as if you were telling a friend. Can you do it without looking at the notes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loop actually does, pass by pass. On pass one the total is zero and we add one. On pass two it is one and we add two. The total after each pass becomes the total before the next. The bars on the right show it growing until it reaches twenty five, the same answer we got by adding the six numbers by hand.
Cover the last column and predict pass five. Then uncover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dictionary stores named pairs. A for loop repeats its indented lines for each value in a list.
This is the part where you decide. Predict the final total and the price of Pen.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1000 and then 25. The loop starts the running total at 0 and adds each of the six values in turn: 1, 3, 7, 14, 20, 25.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dictionaries and a loop with a running total. I have two questions for you.
Question one. What does the line total_units = total_units + u do? Have a go in your head first.
What I would say is this. It reads the current total, adds u and stores the answer back under the same name.
Question two. What would happen if total_units = 0 sat inside the loop? Write your answer in one line before we compare.
Let me answer it. The total would restart for each value and end as the last value only, which is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the loop to print each value plus 1 and then print the final total. After you run it, say in one sentence what changed and how you checked.
You should see this. The loop prints 2, 3, 5, 8, 7,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programs differ by one line, and the answers are very different. On the left the counter is set to zero once, before the loop starts, and it grows to twenty five. On the right the line total equals zero sits inside the loop, so the counter restarts on every pass and finishes with only the last value.
If your total is the same as your last value, look for a line that resets it inside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IndexError: list index out of range. It means this: you asked for a position beyond the end of the list. To fix it, A list of six values has positions 0 to 5. Check len().
The next one. You will see: KeyError: 'Price'. It means this: the key is not in the dictionary, often because of a capital letter. To fix it, check the exact spelling and capitals of the key.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many units did the first six sales sell in total?
Write this sentence in your notebook and finish it your own way. A list keeps values in order starting at position 0, and a loop repeats the same steps for each value.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DA05  |  Lists, dictionaries and loops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Lists, dictionaries and loops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many units did the first six sales sell in total?</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5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many units did the first six sales sell in total?</a:t>
            </a:r>
            <a:endParaRPr lang="en-US" sz="3600" dirty="0"/>
          </a:p>
        </p:txBody>
      </p:sp>
      <p:pic>
        <p:nvPicPr>
          <p:cNvPr id="3" name="Image 0" descr="The units of the first six sales added to 25">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lis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list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Several values in order inside square brackets.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shopping list.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index</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position of a value in a list. Counting starts at 0.</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numbered seats in a bus, with the driver as seat 0.</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dictionary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Named pairs inside braces. A key finds its value.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board: the name of the item gives its price.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used to look up a value in a dictionary.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name on a price board.</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oo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Repeat the indented lines once for each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stock shelf by shelf.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unning tota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running total</a:t>
            </a:r>
            <a:endParaRPr lang="en-US" sz="30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grows as each value is added.</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cash tin during the day.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list numbers its seats from zero</a:t>
            </a:r>
            <a:endParaRPr lang="en-US" sz="3800" dirty="0"/>
          </a:p>
        </p:txBody>
      </p:sp>
      <p:pic>
        <p:nvPicPr>
          <p:cNvPr id="3" name="Image 0" descr="A list numbers its seats from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keeps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first seat is number 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pick one seat.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dictionary finds a value by its key</a:t>
            </a:r>
            <a:endParaRPr lang="en-US" sz="3800" dirty="0"/>
          </a:p>
        </p:txBody>
      </p:sp>
      <p:pic>
        <p:nvPicPr>
          <p:cNvPr id="3" name="Image 0" descr="A dictionary finds a value by its ke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has a value beside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the key to get its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uses numbers, a dictionary uses names.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Lists and positions</a:t>
            </a:r>
            <a:endParaRPr lang="en-US" sz="3800" dirty="0"/>
          </a:p>
        </p:txBody>
      </p:sp>
      <p:sp>
        <p:nvSpPr>
          <p:cNvPr id="3" name="Shape 1"/>
          <p:cNvSpPr/>
          <p:nvPr/>
        </p:nvSpPr>
        <p:spPr>
          <a:xfrm>
            <a:off x="640080" y="1645920"/>
            <a:ext cx="6035040" cy="2255012"/>
          </a:xfrm>
          <a:prstGeom prst="roundRect">
            <a:avLst>
              <a:gd name="adj" fmla="val 3244"/>
            </a:avLst>
          </a:prstGeom>
          <a:solidFill>
            <a:srgbClr val="111111"/>
          </a:solidFill>
          <a:ln/>
        </p:spPr>
      </p:sp>
      <p:sp>
        <p:nvSpPr>
          <p:cNvPr id="4" name="Text 2"/>
          <p:cNvSpPr txBox="1"/>
          <p:nvPr/>
        </p:nvSpPr>
        <p:spPr>
          <a:xfrm>
            <a:off x="841248" y="1847088"/>
            <a:ext cx="563270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[1, 2, 4, 7, 6, 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print(len(units))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print(max(units))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what each print shows.</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Lists and positions</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 7, 6 and 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Position 0 holds the first value and position 3 holds the fourth.</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len counts the values and max finds the largest.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Lists and positions</a:t>
            </a:r>
            <a:endParaRPr lang="en-US" sz="3800" dirty="0"/>
          </a:p>
        </p:txBody>
      </p:sp>
      <p:sp>
        <p:nvSpPr>
          <p:cNvPr id="3" name="Shape 1"/>
          <p:cNvSpPr/>
          <p:nvPr/>
        </p:nvSpPr>
        <p:spPr>
          <a:xfrm>
            <a:off x="7498080" y="1737360"/>
            <a:ext cx="4023360" cy="1842262"/>
          </a:xfrm>
          <a:prstGeom prst="roundRect">
            <a:avLst>
              <a:gd name="adj" fmla="val 3971"/>
            </a:avLst>
          </a:prstGeom>
          <a:solidFill>
            <a:srgbClr val="111111"/>
          </a:solidFill>
          <a:ln/>
        </p:spPr>
      </p:sp>
      <p:sp>
        <p:nvSpPr>
          <p:cNvPr id="4" name="Text 2"/>
          <p:cNvSpPr txBox="1"/>
          <p:nvPr/>
        </p:nvSpPr>
        <p:spPr>
          <a:xfrm>
            <a:off x="7699248" y="1938528"/>
            <a:ext cx="3621024" cy="143992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units = [1, 2, 4, 7, 6, 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print(units[0])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print(units[3])</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print(len(units))</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print(max(units))</a:t>
            </a:r>
            <a:endParaRPr lang="en-US" sz="17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units[3] show 7 and not 4?</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position holds the last value?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value at position 4.</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924812"/>
          </a:xfrm>
          <a:prstGeom prst="roundRect">
            <a:avLst>
              <a:gd name="adj" fmla="val 3800"/>
            </a:avLst>
          </a:prstGeom>
          <a:solidFill>
            <a:srgbClr val="111111"/>
          </a:solidFill>
          <a:ln/>
        </p:spPr>
      </p:sp>
      <p:sp>
        <p:nvSpPr>
          <p:cNvPr id="5" name="Text 3"/>
          <p:cNvSpPr txBox="1"/>
          <p:nvPr/>
        </p:nvSpPr>
        <p:spPr>
          <a:xfrm>
            <a:off x="7424928" y="1938528"/>
            <a:ext cx="3895344" cy="15224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[1, 2, 4, 7, 6, 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print(max(units))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loop repeats the same lines for every value</a:t>
            </a:r>
            <a:endParaRPr lang="en-US" sz="3800" dirty="0"/>
          </a:p>
        </p:txBody>
      </p:sp>
      <p:pic>
        <p:nvPicPr>
          <p:cNvPr id="3" name="Image 0" descr="A loop repeats the same lines for every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 stands for one value at a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indented line repeats for every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line runs once, after the loop.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running total grows one value at a time</a:t>
            </a:r>
            <a:endParaRPr lang="en-US" sz="3800" dirty="0"/>
          </a:p>
        </p:txBody>
      </p:sp>
      <p:pic>
        <p:nvPicPr>
          <p:cNvPr id="3" name="Image 0" descr="The running total grows one value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pass adds the current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after one pass is the total before the next.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last total is the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Dictionaries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loop with a running total</a:t>
            </a:r>
            <a:endParaRPr lang="en-US" sz="36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[1, 2, 4, 7, 6, 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3000,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1000,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"Juice"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print(prices[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total_units =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for</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total_units = total_units + u</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print(total_units)</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final total and the price of Pen.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Dictionaries and a loop with a running total</a:t>
            </a:r>
            <a:endParaRPr lang="en-US" sz="36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1000 and then 25.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loop starts the running total at 0 and adds each of the six values in turn: 1, 3, 7, 14, 20, 25.</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Dictionaries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loop with a running total</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line total_units = total_units + u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happen if total_units = 0 sat inside the loop?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loop to print each value plus 1 and then print the final total.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750312"/>
          </a:xfrm>
          <a:prstGeom prst="roundRect">
            <a:avLst>
              <a:gd name="adj" fmla="val 2660"/>
            </a:avLst>
          </a:prstGeom>
          <a:solidFill>
            <a:srgbClr val="111111"/>
          </a:solidFill>
          <a:ln/>
        </p:spPr>
      </p:sp>
      <p:sp>
        <p:nvSpPr>
          <p:cNvPr id="5" name="Text 3"/>
          <p:cNvSpPr txBox="1"/>
          <p:nvPr/>
        </p:nvSpPr>
        <p:spPr>
          <a:xfrm>
            <a:off x="7424928" y="1938528"/>
            <a:ext cx="3895344" cy="234797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units = [1, 2, 4, 7, 6, 5]</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prices =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3000,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1000,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"Juice"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print(prices[</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total_units = 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for</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units: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total_units = total_units + u</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print(total_units)</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Where the counter starts decides the answer</a:t>
            </a:r>
            <a:endParaRPr lang="en-US" sz="3800" dirty="0"/>
          </a:p>
        </p:txBody>
      </p:sp>
      <p:pic>
        <p:nvPicPr>
          <p:cNvPr id="3" name="Image 0" descr="Counter set to 0 once, before the loop: the total keeps growing.">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once, before the loop: the total keeps growing.</a:t>
            </a:r>
            <a:endParaRPr lang="en-US" sz="2200" dirty="0"/>
          </a:p>
        </p:txBody>
      </p:sp>
      <p:pic>
        <p:nvPicPr>
          <p:cNvPr id="5" name="Image 1" descr="Counter set to 0 inside the loop: it restarts every pass.">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Counter set to 0 inside the loop: it restarts every pass.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Make a list [2, 4, 6]. Print each value plus 1 with a loop. Make a dictionary with the keys name and stock and print the stock. Explain why position 0 is the first.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DA05.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IndexError: list index out of range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asked for a position beyond the end of the list.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 list of six values has positions 0 to 5. Check len().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key is not in the dictionary, often because of a capital letter.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exact spelling and capitals of the key.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list keeps values in order starting at position 0, and a loop repeats the same steps for each value.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DA05 Lists, dictionaries and loops</dc:title>
  <dc:subject>Python for Data Analysis</dc:subject>
  <dc:creator>KLAi</dc:creator>
  <cp:lastModifiedBy>KLAi</cp:lastModifiedBy>
  <cp:revision>1</cp:revision>
  <dcterms:created xsi:type="dcterms:W3CDTF">2026-10-31T12:32:42Z</dcterms:created>
  <dcterms:modified xsi:type="dcterms:W3CDTF">2026-10-31T12:32:42Z</dcterms:modified>
</cp:coreProperties>
</file>