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cfee2a2-d21d-fa6f-5192-5f8b9eefad5e}">
          <p14:sldIdLst>
            <p14:sldId id="256"/>
            <p14:sldId id="257"/>
            <p14:sldId id="258"/>
            <p14:sldId id="259"/>
            <p14:sldId id="260"/>
            <p14:sldId id="261"/>
            <p14:sldId id="262"/>
          </p14:sldIdLst>
        </p14:section>
        <p14:section name="Block A" id="{57f70292-16a6-9503-36eb-82b50fe5437f}">
          <p14:sldIdLst>
            <p14:sldId id="263"/>
            <p14:sldId id="264"/>
            <p14:sldId id="265"/>
            <p14:sldId id="266"/>
            <p14:sldId id="268"/>
            <p14:sldId id="269"/>
          </p14:sldIdLst>
        </p14:section>
        <p14:section name="Break" id="{465f59a6-ae77-cda9-e149-85f639a22b98}">
          <p14:sldIdLst>
            <p14:sldId id="267"/>
          </p14:sldIdLst>
        </p14:section>
        <p14:section name="Block A" id="{3a1343d4-9aa6-ca0e-9d2e-1632435d4c2d}">
          <p14:sldIdLst/>
        </p14:section>
        <p14:section name="Block B" id="{c279ab22-fc2c-127a-56d3-1c511e013fad}">
          <p14:sldIdLst>
            <p14:sldId id="270"/>
            <p14:sldId id="271"/>
            <p14:sldId id="272"/>
            <p14:sldId id="273"/>
            <p14:sldId id="274"/>
          </p14:sldIdLst>
        </p14:section>
        <p14:section name="Make and close" id="{18acc644-5aa4-90d6-9ea7-169f69a74066}">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go. Today is session 19 and our topic is project question and a safe plan.
By the end of today you will be able to write a narrow project plan with a question, the data, the measures, the charts and the limits, and have it approved.
We will answer one question: Which three questions can our data answer, and how will we show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project begins. Which three questions can our data answer, and how will we show the answers? Not every question can be answered. Look at the four cards. The first three need columns that exist, so a merge, a division or a comparison of two averages will answer them. The fourth asks why people like a shop, and no column holds an opinion. Today you choose questions that your data can answer, and write a safe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retrieve yesterday, three questions on paper. Then, 50 minutes. Block A, predict, run, investigate, modify. After that, 15 minutes. Break away from screens. Next, 50 minutes. Block B, predict, run, investigate, modify. Then, 40 minutes. Make, the independent task and the project journal. Then, 15 minutes. Exit ticket, save, and an individual check with each learner.
Most of the time is your own build, with a check and a partner. Ask me now if any part of the plan is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project question. One question a table can answer with numbers. An example from everyday life. Which item sells most, asked of a till roll.
scope. How much the project covers, and what it leaves out. Here is a way to see it. The fence round a garden.
data dictionary. A list of every column with its meaning and unit. A small example. The key to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limitation. What the data or method cannot tell us. Picture this. The part of the map that is blank.
licence. The rules that say how you may use a dataset. You have seen this before. The terms on a borrowed book.
disclosure. A plain statement of any help or AI tool you used. Writing your sources at the end of an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project question gets better in steps. We start vague, such as which shop is good. Then we say what good means, for example earning the most money. Then we name the columns we would use and the calculation, which here is total revenue by shop.
The final version is a question that someone could answer from the table in a few lines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lives in a file called PROJECT PLAN. It has seven headings, and it fits on one page. It names the data file and says where it came from. It lists your three questions and, for each, the columns it needs and the chart you will draw.
It also says what could go wrong. Your instructor approves the plan before you start, which saves you from building the wrong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project serves a reader. Decide who needs the answer and what choice it could help with.
Now your guess. Predict which of these questions the Sunrise Shops data can answer with the taught methods: (a) Which category earns the most at each branch? (b) Why do people like Campus Gate? (c) What will sales be next month?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Question (a) can be answered: it needs the sales, products and branches tables, a merge and a group total. Question (b) asks for reasons, and the data has no opinions. Question (c) asks for a forecast, which this course does not teach. A narrow descriptive question with named columns is the right size.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from a topic to three questions. I have two questions for you.
Question one. What makes question (a) answerable? Talk it over with your neighbour for a minute.
Here is how I would answer it. Every column it needs exists, and the method is one we have used.
Question two. How would you narrow question (b) so the data can answer it? Think about it for a moment, then tell the person next to you.
What I would say is this. Ask something countable, such as which shop has the highest revenue per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Write one more question the Sunrise data can answer, and name the columns it needs. When you have run it, tell your neighbour what changed and how you know.
Here is what happens. Any narrow question with named columns, for example: did the Sugar price rise change its units sold? It needs product_id, units and sale_date.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 dictionary is a short list that explains the table. For each column we write its name, what it means in plain words and its unit. For example, units is the number of items sold in one sale, and unit price is the price of one item in Uganda shillings.
If you cannot write the meaning of a column, you should not build a finding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 belongs to someone. The licence says how we may use it. Before using a public dataset, we go to the page where it was published and read the licence. We check that it allows study, and we note the source and the date we downloaded it.
If the data is invented, like Sunrise Shops, we say so in the plan. Either way, a reader should know where the numbers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PROJECT_PLAN.md has seven headings: question, reader and use, data source and licence, measures and columns, method, charts, limitations. Start with Sunrise Shops, which is invented and needs no permission.
This is the part where you decide. Predict which heading is hardest to write, and why.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Most learners find limitations hardest, because it means saying what the data cannot show. A good limitation names a missing column or a kind of conclusion the project will not draw: no costs means no profit, invented data means no claim about real shops.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the plan and the data. I have two questions for you.
Question one. Why must the licence be read at the source? Think about it for a moment, then tell the person next to you.
What I would say is this. The licence says what you may do with the data. Only the owner of the data can tell you.
Question two. What goes in the data dictionary? Have a go in your head first.
Let me answer it. Each column you use, its meaning and its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Write the limitations heading for your own plan in two sentences. Run it, then tell someone what you saw.
What you should find: Two sentences naming what the data cannot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use an AI assistant for hints, as long as you keep a log. Each entry records what you asked, what came back, and what you kept or rejected. You must be able to explain every line you keep. If you did not use an assistant, you write that in the log in plain words.
The log is part of your submission. It shows that the work and the understanding are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DA19.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The plan promises profit. It means this: the data has no costs, so profit cannot be worked out. To fix it, change the measure to revenue and say so in the limitations.
The next one. You will see: A question needs a column that does not exist. It means this: the question asks for something the data never recorded. To fix it, narrow the question to the columns you have, or choose another dataset.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Which three questions can our data answer, and how will we show the answers?
Finish this sentence in your notebook, in your own words. My plan has three questions that my data can answer, and it says what my data cannot show.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DA19  |  Project question and a safe plan</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Project question and a safe plan</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Which three questions can our data answer, and how will we show the answers?</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19 of 24  |  Week 7, Show it</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Which three questions can our data</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answer, and how will we show the answers?</a:t>
            </a:r>
            <a:endParaRPr lang="en-US" sz="3600" dirty="0"/>
          </a:p>
        </p:txBody>
      </p:sp>
      <p:pic>
        <p:nvPicPr>
          <p:cNvPr id="3" name="Image 0" descr="Three project questions, two that the data can answer and one that it cannot">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Today's plan in minutes</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the time is your own build, with a check and a partner.</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project questio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3120"/>
              </a:lnSpc>
              <a:buNone/>
            </a:pPr>
            <a:r>
              <a:rPr lang="en-US" sz="2600" b="1" dirty="0">
                <a:solidFill>
                  <a:srgbClr val="111111"/>
                </a:solidFill>
                <a:latin typeface="Lato" pitchFamily="34" charset="0"/>
                <a:ea typeface="Lato" pitchFamily="34" charset="-122"/>
                <a:cs typeface="Lato" pitchFamily="34" charset="-120"/>
              </a:rPr>
              <a:t>project question</a:t>
            </a:r>
            <a:endParaRPr lang="en-US" sz="26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One question a table can answer with numbers.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Which item sells most, asked of a till roll.</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scop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scope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How much the project covers, and what it leaves out.</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fence round a garden.</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data dictionary">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360"/>
              </a:lnSpc>
              <a:buNone/>
            </a:pPr>
            <a:r>
              <a:rPr lang="en-US" sz="2800" b="1" dirty="0">
                <a:solidFill>
                  <a:srgbClr val="111111"/>
                </a:solidFill>
                <a:latin typeface="Lato" pitchFamily="34" charset="0"/>
                <a:ea typeface="Lato" pitchFamily="34" charset="-122"/>
                <a:cs typeface="Lato" pitchFamily="34" charset="-120"/>
              </a:rPr>
              <a:t>data dictionary</a:t>
            </a:r>
            <a:endParaRPr lang="en-US" sz="28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list of every column with its meaning and unit.</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key to a map.</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limitatio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limitation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What the data or method cannot tell us.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part of the map that is blank.</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licenc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licence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rules that say how you may use a dataset.</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terms on a borrowed book.</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sp>
        <p:nvSpPr>
          <p:cNvPr id="13"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disclosure</a:t>
            </a:r>
            <a:endParaRPr lang="en-US" sz="3400" dirty="0"/>
          </a:p>
        </p:txBody>
      </p:sp>
      <p:sp>
        <p:nvSpPr>
          <p:cNvPr id="14"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plain statement of any help or AI tool you used.</a:t>
            </a:r>
            <a:endParaRPr lang="en-US" sz="2200" dirty="0"/>
          </a:p>
        </p:txBody>
      </p:sp>
      <p:sp>
        <p:nvSpPr>
          <p:cNvPr id="15"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Writing your sources at the end of an essay.</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good question uses columns that exist</a:t>
            </a:r>
            <a:endParaRPr lang="en-US" sz="3800" dirty="0"/>
          </a:p>
        </p:txBody>
      </p:sp>
      <p:pic>
        <p:nvPicPr>
          <p:cNvPr id="3" name="Image 0" descr="A good question uses columns that exist">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Start vague, then name the columns and the calculation.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plan has seven headings on one page</a:t>
            </a:r>
            <a:endParaRPr lang="en-US" sz="3800" dirty="0"/>
          </a:p>
        </p:txBody>
      </p:sp>
      <p:pic>
        <p:nvPicPr>
          <p:cNvPr id="3" name="Image 0" descr="The plan has seven headings on one pag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question, the data and its licence.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columns, the charts and the checks.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limitations and the risks.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From a topic to three questions</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360"/>
              </a:lnSpc>
              <a:spcAft>
                <a:spcPts val="2160"/>
              </a:spcAft>
              <a:buNone/>
            </a:pPr>
            <a:r>
              <a:rPr lang="en-US" sz="2800" dirty="0">
                <a:solidFill>
                  <a:srgbClr val="111111"/>
                </a:solidFill>
                <a:latin typeface="Lato" pitchFamily="34" charset="0"/>
                <a:ea typeface="Lato" pitchFamily="34" charset="-122"/>
                <a:cs typeface="Lato" pitchFamily="34" charset="-120"/>
              </a:rPr>
              <a:t>Predict which of these questions the Sunrise Shops data can answer with the taught methods: (a) Which category earns the most at each branch? (b) Why do people like Campus Gate? (c) What will sales be next month?</a:t>
            </a:r>
            <a:endParaRPr lang="en-US" sz="2800" dirty="0"/>
          </a:p>
          <a:p>
            <a:pPr algn="l" indent="0" marL="0">
              <a:lnSpc>
                <a:spcPts val="3360"/>
              </a:lnSpc>
              <a:spcAft>
                <a:spcPts val="2160"/>
              </a:spcAft>
              <a:buNone/>
            </a:pPr>
            <a:r>
              <a:rPr lang="en-US" sz="2800" dirty="0">
                <a:solidFill>
                  <a:srgbClr val="111111"/>
                </a:solidFill>
                <a:latin typeface="Lato" pitchFamily="34" charset="0"/>
                <a:ea typeface="Lato" pitchFamily="34" charset="-122"/>
                <a:cs typeface="Lato" pitchFamily="34" charset="-120"/>
              </a:rPr>
              <a:t>Write your guess on paper before we run it.</a:t>
            </a:r>
            <a:endParaRPr lang="en-US" sz="28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From a topic to three questions</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Question (a) can be answered: it needs the sales, products and branches tables, a merge and a group total.</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Question (b) asks for reasons, and the data has no opinions.</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Question (c) asks for a forecast, which this course does not teach.</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From a topic to three questions</a:t>
            </a:r>
            <a:endParaRPr lang="en-US" sz="3800" dirty="0"/>
          </a:p>
        </p:txBody>
      </p:sp>
      <p:pic>
        <p:nvPicPr>
          <p:cNvPr id="3" name="Image 0" descr="Look closely">    </p:cNvPr>
          <p:cNvPicPr>
            <a:picLocks noChangeAspect="1"/>
          </p:cNvPicPr>
          <p:nvPr/>
        </p:nvPicPr>
        <p:blipFill>
          <a:blip r:embed="rId1"/>
          <a:stretch>
            <a:fillRect/>
          </a:stretch>
        </p:blipFill>
        <p:spPr>
          <a:xfrm>
            <a:off x="9326880" y="2194560"/>
            <a:ext cx="2194560" cy="2194560"/>
          </a:xfrm>
          <a:prstGeom prst="rect">
            <a:avLst/>
          </a:prstGeom>
        </p:spPr>
      </p:pic>
      <p:sp>
        <p:nvSpPr>
          <p:cNvPr id="4" name="Text 1"/>
          <p:cNvSpPr txBox="1"/>
          <p:nvPr/>
        </p:nvSpPr>
        <p:spPr>
          <a:xfrm>
            <a:off x="640080" y="1737360"/>
            <a:ext cx="859536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makes question (a) answerable?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How would you narrow question (b) so the data can answer it?</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749808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Write one more question the Sunrise data can answer, and name the columns it needs.</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data dictionary gives each column a meaning</a:t>
            </a:r>
            <a:endParaRPr lang="en-US" sz="3800" dirty="0"/>
          </a:p>
        </p:txBody>
      </p:sp>
      <p:pic>
        <p:nvPicPr>
          <p:cNvPr id="3" name="Image 0" descr="A data dictionary gives each column a meaning">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line for each column you use.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Say what it means in plain words.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Give the unit, such as shillings.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Read the licence at the source before using data</a:t>
            </a:r>
            <a:endParaRPr lang="en-US" sz="3700" dirty="0"/>
          </a:p>
        </p:txBody>
      </p:sp>
      <p:pic>
        <p:nvPicPr>
          <p:cNvPr id="3" name="Image 0" descr="Read the licence at the source before using data">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Read the licence at the source.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instructor approves it and checks for personal details.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Write where it came from in your plan.</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The plan and the data</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Predict which heading is hardest to write, and why.</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The plan and the data</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Most learners find limitations hardest, because it means saying what the data cannot show.</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A good limitation names a missing column or a kind of conclusion the project will not draw: no costs means no profit, invented data means no claim about real shops.</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The plan and the data</a:t>
            </a:r>
            <a:endParaRPr lang="en-US" sz="3800" dirty="0"/>
          </a:p>
        </p:txBody>
      </p:sp>
      <p:pic>
        <p:nvPicPr>
          <p:cNvPr id="3" name="Image 0" descr="Look closely">    </p:cNvPr>
          <p:cNvPicPr>
            <a:picLocks noChangeAspect="1"/>
          </p:cNvPicPr>
          <p:nvPr/>
        </p:nvPicPr>
        <p:blipFill>
          <a:blip r:embed="rId1"/>
          <a:stretch>
            <a:fillRect/>
          </a:stretch>
        </p:blipFill>
        <p:spPr>
          <a:xfrm>
            <a:off x="9326880" y="2194560"/>
            <a:ext cx="2194560" cy="2194560"/>
          </a:xfrm>
          <a:prstGeom prst="rect">
            <a:avLst/>
          </a:prstGeom>
        </p:spPr>
      </p:pic>
      <p:sp>
        <p:nvSpPr>
          <p:cNvPr id="4" name="Text 1"/>
          <p:cNvSpPr txBox="1"/>
          <p:nvPr/>
        </p:nvSpPr>
        <p:spPr>
          <a:xfrm>
            <a:off x="640080" y="1737360"/>
            <a:ext cx="859536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must the licence be read at the source?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goes in the data dictionary?</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749808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Write the limitations heading for your own plan in two sentences.</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Log every AI use and explain the lines you keep</a:t>
            </a:r>
            <a:endParaRPr lang="en-US" sz="3800" dirty="0"/>
          </a:p>
        </p:txBody>
      </p:sp>
      <p:pic>
        <p:nvPicPr>
          <p:cNvPr id="3" name="Image 0" descr="Log every AI use and explain the lines you keep">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Write what you asked and what it gave.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Say what you kept and why.</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Or write: No AI assistance used.</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240"/>
              </a:lnSpc>
              <a:spcAft>
                <a:spcPts val="2520"/>
              </a:spcAft>
              <a:buNone/>
            </a:pPr>
            <a:r>
              <a:rPr lang="en-US" sz="2700" dirty="0">
                <a:solidFill>
                  <a:srgbClr val="111111"/>
                </a:solidFill>
                <a:latin typeface="Lato" pitchFamily="34" charset="0"/>
                <a:ea typeface="Lato" pitchFamily="34" charset="-122"/>
                <a:cs typeface="Lato" pitchFamily="34" charset="-120"/>
              </a:rPr>
              <a:t>Write PROJECT_PLAN.md with the seven headings. Name the data file and its licence or its invented status. List the three questions, the columns each needs, the charts and the limitations. Ask the instructor to approve a narrow scope before you build.</a:t>
            </a:r>
            <a:endParaRPr lang="en-US" sz="2700" dirty="0"/>
          </a:p>
          <a:p>
            <a:pPr algn="l" indent="0" marL="0">
              <a:lnSpc>
                <a:spcPts val="3240"/>
              </a:lnSpc>
              <a:spcAft>
                <a:spcPts val="2520"/>
              </a:spcAft>
              <a:buNone/>
            </a:pPr>
            <a:r>
              <a:rPr lang="en-US" sz="2700" dirty="0">
                <a:solidFill>
                  <a:srgbClr val="111111"/>
                </a:solidFill>
                <a:latin typeface="Lato" pitchFamily="34" charset="0"/>
                <a:ea typeface="Lato" pitchFamily="34" charset="-122"/>
                <a:cs typeface="Lato" pitchFamily="34" charset="-120"/>
              </a:rPr>
              <a:t>Save it as DA19. Write two sentences: what you changed and how you checked it.</a:t>
            </a:r>
            <a:endParaRPr lang="en-US" sz="27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plan promises profit</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data has no costs, so profit cannot be worked out.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Change the measure to revenue and say so in the limitations.</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A question needs a column that does not exist</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question asks for something the data never recorded.</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Narrow the question to the columns you have, or choose another dataset.</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My plan has three questions that my data can answer, and it says what my data cannot show.</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DA19 Project question and a safe plan</dc:title>
  <dc:subject>Python for Data Analysis</dc:subject>
  <dc:creator>KLAi</dc:creator>
  <cp:lastModifiedBy>KLAi</cp:lastModifiedBy>
  <cp:revision>1</cp:revision>
  <dcterms:created xsi:type="dcterms:W3CDTF">2026-10-31T12:26:24Z</dcterms:created>
  <dcterms:modified xsi:type="dcterms:W3CDTF">2026-10-31T12:26:24Z</dcterms:modified>
</cp:coreProperties>
</file>