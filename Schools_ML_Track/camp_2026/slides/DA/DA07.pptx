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08f65d-09b8-b04c-d441-519d43af78a5}">
          <p14:sldIdLst>
            <p14:sldId id="256"/>
            <p14:sldId id="257"/>
            <p14:sldId id="258"/>
            <p14:sldId id="259"/>
            <p14:sldId id="260"/>
            <p14:sldId id="261"/>
            <p14:sldId id="262"/>
          </p14:sldIdLst>
        </p14:section>
        <p14:section name="Block A" id="{4e9c44b0-1159-e51b-df73-e868bd353d50}">
          <p14:sldIdLst>
            <p14:sldId id="263"/>
            <p14:sldId id="264"/>
            <p14:sldId id="265"/>
            <p14:sldId id="266"/>
            <p14:sldId id="268"/>
            <p14:sldId id="269"/>
          </p14:sldIdLst>
        </p14:section>
        <p14:section name="Break" id="{28f01e92-bb92-9012-ddd0-85c4636cfa83}">
          <p14:sldIdLst>
            <p14:sldId id="267"/>
          </p14:sldIdLst>
        </p14:section>
        <p14:section name="Block A" id="{431d2628-fc62-dce2-953e-9c72977cf496}">
          <p14:sldIdLst/>
        </p14:section>
        <p14:section name="Block B" id="{f0660a74-45e1-1064-4f03-168cd197bb45}">
          <p14:sldIdLst>
            <p14:sldId id="270"/>
            <p14:sldId id="271"/>
            <p14:sldId id="272"/>
            <p14:sldId id="273"/>
            <p14:sldId id="274"/>
          </p14:sldIdLst>
        </p14:section>
        <p14:section name="Make and close" id="{fe4da3cf-8691-b35f-0486-98dc02811429}">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7 and our topic is A table in Python: DataFrame, columns and reading a CSV.
By the end of today you will be able to build a small table, read a CSV file into one, and say how many rows and columns it has and what each column holds.
We will answer one question: What is in each table we have been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camp folder and you will find several files. Each one holds a table. A table is the most common shape that data takes, and every question we ask this term starts by looking inside one. Look at the three tables on the screen. One has sixty rows, one has fifteen and the biggest has more than fifteen hundred. Today we learn to open a table in Python and say what is in it: how many rows, which columns and what kind of fact each column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row. One record in a table, such as one sale. Imagine it like this. One line in the shop register.
column. One kind of information in a table, such as units. An example from everyday life. One vertical strip of the register.
header. The name written at the top of a column. Here is a way to see it. The title of a column in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CSV. Comma-separated values: a plain-text file that holds a table. A small example. A register copied by hand with commas between the boxes.
DataFrame. The table object in pandas, with rows and named columns. Picture this. The register after it has been opened in Python.
library. Code written by other people that you load with import. You have seen this before. A toolbox you borrow.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table with the parts named. A row runs across the page, and each row is one record. In our shop data one row is one sale. A column runs down the page, and each column holds one kind of fact, such as the number of units or the price of one unit. The names along the top are called the header. They are how we ask for a column later.
Point to one row and one column on your own sheet. Which fact sits where they 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a CSV file. CSV stands for comma separated values, which means the table is stored as plain text with a comma between each value. On the right is what we get after one line of Python. The instruction read_csv, from a library called pandas, reads the text and builds a table object called a DataFrame. The first line of the file becomes the header. Every other line becomes a row.
Match one line of text on the left with one row of the table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is a library for tables. import pandas as pd loads it and gives it the short name pd.
This is the part where you decide. Predict the shape of the table before you run the cell.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a table of three rows and two columns, then (3, 2), then ['item', 'units']. The first column holds the item sold and the second holds the units.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build a tiny table. I have two questions for you.
Question one. Which number in (3, 2) counts rows? Write your answer in one line before we compare.
What I would say is this. The first one. The shape is rows first and then columns.
Question two. Where do the column headers come from? Say it quietly to yourself before anyone answers.
Let me answer it. From the keys of the dictionary we gave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Add a third column called price_ugx with the values 3000, 1000 and 3000, then print the shape. Then explain to your neighbour what the change did.
The result: The shape becomes (3,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build a small table ourselves. In Python a dictionary pairs a name with a list of values. If each name is a column and each list is the values in that column, pandas stitches them into a DataFrame.
There is one rule. Every list has to be the same length, because each row needs a value in every column. If one list is shorter, pandas will stop and tell you. Check the picture and count the values in each list before we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attribute called shape tells you the size of a table in one go. It always reports two numbers, and the rows come first. For the Sunrise sales file the answer is one thousand five hundred and thirteen rows and six columns. That means one thousand five hundred and thirteen sales, with six facts about each.
Notice there are no brackets after shape. It is a fact about the table, so we only read it. Rows first, columns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pd.read_csv reads a CSV file and returns a DataFrame. The path is where the file is.
Make a prediction. Predict how many rows and columns camp_shop.csv has, and which columns hold text.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shop table has shape (60, 5). date and item hold text. The other three columns are whole numbers. The Sunrise products table has shape (15, 5): fifteen products, each with an id, a name, a category and two prices.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read a CSV file. I have two questions for you.
Question one. Which columns would you use to work out revenue? Say it quietly to yourself before anyone answers.
Let me answer it. units and unit_price_ugx. Revenue is units times unit price.
Question two. Why is date a text column here? Give it thirty seconds and then we will hear a few answers.
The answer is this. pandas reads it as text until we ask it to treat it as a date, which is a later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Show the last three rows of the shop table with tail(3). When you have run it, tell your neighbour what changed and how you know.
Here is what happens. Sales 58, 59 and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pandas reads a file it guesses what kind of value each column holds, and the guess is called the dtype. Whole numbers become int64. Numbers with a decimal point become float64. Text becomes object. The dtype matters because it decides what we may do. You can add up a column of numbers, and you cannot add up a column of names.
Look at the units column and the item column. Which dtype does each one have,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DA07.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FileNotFoundError: [Errno 2] No such file: 'sunrise_sales.csv'. It means this: Python cannot find the file where it looks. To fix it, put the notebook and the CSV in the same folder, and check the spelling of the file name.
The next one. You will see: ModuleNotFoundError: No module named 'pandas'. It means this: this laptop is not using the prepared environment. To fix it, ask the instructor. Do not install random packages.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What is in each table we have been given?
Finish this sentence in your notebook, in your own words. A DataFrame is a table with rows and named columns, and read_csv turns a CSV file into one.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DA07  |  A table in Python: DataFrame, columns and reading a CSV</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A table in Python: DataFrame,</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columns and reading a CSV</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is in each table we have been given?</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7 of 24  |  Week 3, Tables in pandas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What is in each table we have been given?</a:t>
            </a:r>
            <a:endParaRPr lang="en-US" sz="3800" dirty="0"/>
          </a:p>
        </p:txBody>
      </p:sp>
      <p:pic>
        <p:nvPicPr>
          <p:cNvPr id="3" name="Image 0" descr="Three tables from the camp data folder, each with rows and column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row">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row</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record in a table, such as one sale.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line in the shop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colum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column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kind of information in a table, such as units.</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vertical strip of the register.</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heade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header</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written at the top of a column.</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title of a column in the register.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CSV">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CSV</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Comma-separated values: a plain-text file that holds a table.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register copied by hand with commas between the boxes.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DataFram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DataFrame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table object in pandas, with rows and named columns.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register after it has been opened in Python.</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library">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library</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Code written by other people that you load with import.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toolbox you borrow.</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table has rows across,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columns down and a header</a:t>
            </a:r>
            <a:endParaRPr lang="en-US" sz="3600" dirty="0"/>
          </a:p>
        </p:txBody>
      </p:sp>
      <p:pic>
        <p:nvPicPr>
          <p:cNvPr id="3" name="Image 0" descr="A table has rows across, columns down and a head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row is one record, such as one sale.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column holds one kind of fact.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header names each column.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read_csv turns a text file into a DataFrame</a:t>
            </a:r>
            <a:endParaRPr lang="en-US" sz="3800" dirty="0"/>
          </a:p>
        </p:txBody>
      </p:sp>
      <p:pic>
        <p:nvPicPr>
          <p:cNvPr id="3" name="Image 0" descr="read_csv turns a text file into a DataFra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CSV file is plain text with commas between values.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pandas is the library that reads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result is a DataFrame.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Build a tiny table</a:t>
            </a:r>
            <a:endParaRPr lang="en-US" sz="3800" dirty="0"/>
          </a:p>
        </p:txBody>
      </p:sp>
      <p:sp>
        <p:nvSpPr>
          <p:cNvPr id="3" name="Shape 1"/>
          <p:cNvSpPr/>
          <p:nvPr/>
        </p:nvSpPr>
        <p:spPr>
          <a:xfrm>
            <a:off x="640080" y="1645920"/>
            <a:ext cx="10881360" cy="1842262"/>
          </a:xfrm>
          <a:prstGeom prst="roundRect">
            <a:avLst>
              <a:gd name="adj" fmla="val 3971"/>
            </a:avLst>
          </a:prstGeom>
          <a:solidFill>
            <a:srgbClr val="111111"/>
          </a:solidFill>
          <a:ln/>
        </p:spPr>
      </p:sp>
      <p:sp>
        <p:nvSpPr>
          <p:cNvPr id="4" name="Text 2"/>
          <p:cNvSpPr txBox="1"/>
          <p:nvPr/>
        </p:nvSpPr>
        <p:spPr>
          <a:xfrm>
            <a:off x="841248" y="1847088"/>
            <a:ext cx="10479024" cy="1439926"/>
          </a:xfrm>
          <a:prstGeom prst="rect">
            <a:avLst/>
          </a:prstGeom>
          <a:noFill/>
          <a:ln/>
        </p:spPr>
        <p:txBody>
          <a:bodyPr wrap="square" lIns="0" tIns="0" rIns="0" bIns="0" rtlCol="0" anchor="t"/>
          <a:lstStyle/>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import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pandas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as</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pd</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sales = pd.DataFrame({</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"item"</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"Book"</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"Pen"</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"Book"</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"units"</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[2, 5, 3]})</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print(sales)</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print(sales.shape)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print(list(sales.columns))</a:t>
            </a:r>
            <a:endParaRPr lang="en-US" sz="1700" dirty="0"/>
          </a:p>
        </p:txBody>
      </p:sp>
      <p:sp>
        <p:nvSpPr>
          <p:cNvPr id="5" name="Text 3"/>
          <p:cNvSpPr txBox="1"/>
          <p:nvPr/>
        </p:nvSpPr>
        <p:spPr>
          <a:xfrm>
            <a:off x="640080" y="3671062"/>
            <a:ext cx="8046720" cy="259257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the shape of the table before you run the cell.</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Build a tiny table</a:t>
            </a:r>
            <a:endParaRPr lang="en-US" sz="3800" dirty="0"/>
          </a:p>
        </p:txBody>
      </p:sp>
      <p:sp>
        <p:nvSpPr>
          <p:cNvPr id="3" name="Shape 1"/>
          <p:cNvSpPr/>
          <p:nvPr/>
        </p:nvSpPr>
        <p:spPr>
          <a:xfrm>
            <a:off x="640080" y="1645920"/>
            <a:ext cx="6035040" cy="2581656"/>
          </a:xfrm>
          <a:prstGeom prst="roundRect">
            <a:avLst>
              <a:gd name="adj" fmla="val 2834"/>
            </a:avLst>
          </a:prstGeom>
          <a:solidFill>
            <a:srgbClr val="FFFFFF"/>
          </a:solidFill>
          <a:ln w="15875">
            <a:solidFill>
              <a:srgbClr val="111111"/>
            </a:solidFill>
            <a:prstDash val="solid"/>
          </a:ln>
        </p:spPr>
      </p:sp>
      <p:sp>
        <p:nvSpPr>
          <p:cNvPr id="4" name="Text 2"/>
          <p:cNvSpPr txBox="1"/>
          <p:nvPr/>
        </p:nvSpPr>
        <p:spPr>
          <a:xfrm>
            <a:off x="822960" y="1828800"/>
            <a:ext cx="5669280" cy="22158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   item  units</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  Book      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   Pen      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  Book      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(3, 2)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['item', 'units']</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a table of three rows and two columns, then (3, 2), then ['item', 'units'].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first column holds the item sold and the second holds the units.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Build a tiny table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number in (3, 2) counts rows?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Where do the column headers come from?</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Add a third column called price_ugx with the values 3000, 1000 and 3000, then print the shape.</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dictionary of columns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builds a DataFrame by hand</a:t>
            </a:r>
            <a:endParaRPr lang="en-US" sz="3600" dirty="0"/>
          </a:p>
        </p:txBody>
      </p:sp>
      <p:pic>
        <p:nvPicPr>
          <p:cNvPr id="3" name="Image 0" descr="A dictionary of columns builds a DataFrame by hand">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key is a column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list holds that column's values.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lists must be the same length.</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shape gives rows first and columns second</a:t>
            </a:r>
            <a:endParaRPr lang="en-US" sz="3800" dirty="0"/>
          </a:p>
        </p:txBody>
      </p:sp>
      <p:pic>
        <p:nvPicPr>
          <p:cNvPr id="3" name="Image 0" descr="shape gives rows first and columns second">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The Sunrise sales table has 1,513 rows and 6 columns.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Read a CSV file</a:t>
            </a:r>
            <a:endParaRPr lang="en-US" sz="3800" dirty="0"/>
          </a:p>
        </p:txBody>
      </p:sp>
      <p:sp>
        <p:nvSpPr>
          <p:cNvPr id="3" name="Shape 1"/>
          <p:cNvSpPr/>
          <p:nvPr/>
        </p:nvSpPr>
        <p:spPr>
          <a:xfrm>
            <a:off x="640080" y="1645920"/>
            <a:ext cx="10881360" cy="2618232"/>
          </a:xfrm>
          <a:prstGeom prst="roundRect">
            <a:avLst>
              <a:gd name="adj" fmla="val 2794"/>
            </a:avLst>
          </a:prstGeom>
          <a:solidFill>
            <a:srgbClr val="111111"/>
          </a:solidFill>
          <a:ln/>
        </p:spPr>
      </p:sp>
      <p:sp>
        <p:nvSpPr>
          <p:cNvPr id="4" name="Text 2"/>
          <p:cNvSpPr txBox="1"/>
          <p:nvPr/>
        </p:nvSpPr>
        <p:spPr>
          <a:xfrm>
            <a:off x="841248" y="1847088"/>
            <a:ext cx="1047902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shop = pd.read_csv(</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"camp_shop.csv"</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print(shop.shape)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print(shop.dtypes)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products = pd.read_csv(</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"sunrise_products.csv"</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print(products.shape)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print(products.head(3))</a:t>
            </a:r>
            <a:endParaRPr lang="en-US" sz="2200" dirty="0"/>
          </a:p>
        </p:txBody>
      </p:sp>
      <p:sp>
        <p:nvSpPr>
          <p:cNvPr id="5" name="Text 3"/>
          <p:cNvSpPr txBox="1"/>
          <p:nvPr/>
        </p:nvSpPr>
        <p:spPr>
          <a:xfrm>
            <a:off x="640080" y="4447032"/>
            <a:ext cx="8046720" cy="181660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how many rows and columns camp_shop.csv has, and which columns hold text.</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Read a CSV file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shop table has shape (60, 5).</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date and item hold text.</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other three columns are whole numbers.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Sunrise products table has shape (15, 5): fifteen products, each with an id, a name, a category and two prices.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Read a CSV file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columns would you use to work out revenue?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is date a text column here?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Show the last three rows of the shop table with tail(3).</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Every column has a dtype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that decides what it can do</a:t>
            </a:r>
            <a:endParaRPr lang="en-US" sz="3600" dirty="0"/>
          </a:p>
        </p:txBody>
      </p:sp>
      <p:pic>
        <p:nvPicPr>
          <p:cNvPr id="3" name="Image 0" descr="Every column has a dtype that decides what it can do">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int64 holds whole numbers.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float64 holds numbers with decimals.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object holds text.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Read sunrise_sales.csv, the Sunrise Shops sales.</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Print its shape and its column names.</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Write which column holds the date and which holds the price of one unit.</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DA07.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FileNotFoundError: [Errno 2] No such file: 'sunrise_sales.csv'</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Python cannot find the file where it looks.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Put the notebook and the CSV in the same folder, and check the spelling of the file name.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ModuleNotFoundError: No module named 'pandas'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This laptop is not using the prepared environment.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Ask the instructor. Do not install random packages.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DataFrame is a table with rows and named columns, and read_csv turns a CSV file into one.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DA07 A table in Python: DataFrame, columns and reading a CSV</dc:title>
  <dc:subject>Python for Data Analysis</dc:subject>
  <dc:creator>KLAi</dc:creator>
  <cp:lastModifiedBy>KLAi</cp:lastModifiedBy>
  <cp:revision>1</cp:revision>
  <dcterms:created xsi:type="dcterms:W3CDTF">2026-10-31T12:44:15Z</dcterms:created>
  <dcterms:modified xsi:type="dcterms:W3CDTF">2026-10-31T12:44:15Z</dcterms:modified>
</cp:coreProperties>
</file>