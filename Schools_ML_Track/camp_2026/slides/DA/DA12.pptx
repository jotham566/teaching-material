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40170c-9d35-5184-43e7-13ddae7a596c}">
          <p14:sldIdLst>
            <p14:sldId id="256"/>
            <p14:sldId id="257"/>
            <p14:sldId id="258"/>
            <p14:sldId id="259"/>
            <p14:sldId id="260"/>
            <p14:sldId id="261"/>
            <p14:sldId id="262"/>
          </p14:sldIdLst>
        </p14:section>
        <p14:section name="Make and close" id="{39b61dc5-d9b5-6997-77bb-a3c4b0477e75}">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12 and our topic is checkpoint one: load, summarise, chart and explain.
By the end of today you will be able to read a table, check it, summarise it, chart it and explain two findings and one limit, from a restarted notebook.
We will answer one question: What do the Sunrise Shops sales tell us about the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checkpoint. You have the Sunrise sales, one thousand five hundred and thirteen rows, and you have the tools to load, summarise and chart them. The question is a big one. What do the sales tell us about the three shops? Today you answer it on your own, in a notebook that someone else can restart and rerun, and I will mark what you wrote,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read the brief together. Then, 80 minutes. Learners work and the instructor visits each of the five. After that, 15 minutes. Break away from screens. Next, 40 minutes. Learners finish, restart and run all. Then, 20 minutes. Individual check, save and submit. Then, 10 minutes. Review.
Today is your own work. I visit each of you and answer questions on the brief.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checkpoint has a clear order. We load the file. We check it, looking for missing values and repeats. We total the revenue and group it by branch. We draw a chart. And only then do we write what we found.
Keep the steps in this order in your notebook. If the order is clear, the marking is easy, and so is the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layout that works. Each step begins with a heading in a text cell. Under it comes the code, and under the code comes the output. Then you add one sentence in your own words that says what the output means.
When the notebook reads like this, a reader can follow it without asking you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notebook can hide a mistake. You might have run a cell, changed it, and forgotten that a later cell still uses the old value. The test is simple. Restart the kernel, which clears everything Python remembers, and run all the cells from the top. If every number comes out the same, the notebook is honest.
Do this at the end of the checkpoint. If a number changes, find the first cell that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finding is a sentence with a number in it. Each one needs a trail back to the cell that produced the number. For example, the total revenue of six million three hundred and seventy five thousand nine hundred comes from the cell that sums the line value column.
If a number in your sentences does not match any output, fix the sentence or find the mistake. Both are better than leaving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DA12.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numbers differ after a restart. It means this: A cell relies on a value that was created in a cell that no longer runs first. To fix it, restart the kernel and run all cells from the top. Fix the first cell that fails.
The next one. You will see: The total does not match 6375900. It means this: A filter, copy or merge changed the number of rows. To fix it, print len() after each step and find where the count changes.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do the Sunrise Shops sales tell us about the three shops?
Copy this sentence into your notebook and make it yours. My notebook reruns from the top and every number in my findings appears in an output.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DA12  |  Checkpoint one: load, summarise, chart and explain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one: load, summarise, chart and explain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 the Sunrise Shops sales tell us about the three shops?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12 of 24  |  Week 4, Clean and chart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 the Sunrise Shops sales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tell us about the three shops?</a:t>
            </a:r>
            <a:endParaRPr lang="en-US" sz="3600" dirty="0"/>
          </a:p>
        </p:txBody>
      </p:sp>
      <p:pic>
        <p:nvPicPr>
          <p:cNvPr id="3" name="Image 0" descr="The Sunrise Shops sales table summarised for three shop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Today is your own work. I visit each of you and answer questions on the brief.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Checkpoint one has five steps, from file to finding</a:t>
            </a:r>
            <a:endParaRPr lang="en-US" sz="3600" dirty="0"/>
          </a:p>
        </p:txBody>
      </p:sp>
      <p:pic>
        <p:nvPicPr>
          <p:cNvPr id="3" name="Image 0" descr="Checkpoint one has five steps, from file to finding">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Load, check, total, chart, then write what you found.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notebook that reads top</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to bottom is easy to rerun</a:t>
            </a:r>
            <a:endParaRPr lang="en-US" sz="3600" dirty="0"/>
          </a:p>
        </p:txBody>
      </p:sp>
      <p:pic>
        <p:nvPicPr>
          <p:cNvPr id="3" name="Image 0" descr="A notebook that reads top to bottom is easy to reru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heading names each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sits below its heading.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sentence under the output says what it shows.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Restart and run all before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you trust a single number</a:t>
            </a:r>
            <a:endParaRPr lang="en-US" sz="3600" dirty="0"/>
          </a:p>
        </p:txBody>
      </p:sp>
      <p:pic>
        <p:nvPicPr>
          <p:cNvPr id="3" name="Image 0" descr="Restart and run all before you trust a single numb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Restart the kernel to clear the memory.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all cells from the top.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Compare every number with your notes.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Every finding points back to its output cell</a:t>
            </a:r>
            <a:endParaRPr lang="en-US" sz="3800" dirty="0"/>
          </a:p>
        </p:txBody>
      </p:sp>
      <p:pic>
        <p:nvPicPr>
          <p:cNvPr id="3" name="Image 0" descr="Every finding points back to its output cel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number exactly as the output shows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the cell that produced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total should match 6,375,900.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In DA12.ipynb use sunrise_sales.csv. 1) Report the number of rows and the total revenue. 2) Check for missing values and duplicates and report the counts. 3) Total the revenue by branch with names from a dictionary and sort the result.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4) Draw one labelled chart. 5) Write two findings and one limitation in text cells. Restart the kernel, run all cells from the top, save and submit DA12.ipynb with a short report.pdf or report.docx through the route in START_HERE.md.</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DA12.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numbers differ after a restart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cell relies on a value that was created in a cell that no longer runs first.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the kernel and run all cells from the top. Fix the first cell that fails.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 does not match 6375900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filter, copy or merge changed the number of rows.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len() after each step and find where the count changes.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My notebook reruns from the top and every number in my findings appears in an output.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DA12 Checkpoint one: load, summarise, chart and explain</dc:title>
  <dc:subject>Python for Data Analysis</dc:subject>
  <dc:creator>KLAi</dc:creator>
  <cp:lastModifiedBy>KLAi</cp:lastModifiedBy>
  <cp:revision>1</cp:revision>
  <dcterms:created xsi:type="dcterms:W3CDTF">2026-10-31T12:26:20Z</dcterms:created>
  <dcterms:modified xsi:type="dcterms:W3CDTF">2026-10-31T12:26:20Z</dcterms:modified>
</cp:coreProperties>
</file>