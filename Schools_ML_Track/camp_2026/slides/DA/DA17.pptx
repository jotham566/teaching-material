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103a18-3d26-a3b8-0fc8-331c93aaf360}">
          <p14:sldIdLst>
            <p14:sldId id="256"/>
            <p14:sldId id="257"/>
            <p14:sldId id="258"/>
            <p14:sldId id="259"/>
            <p14:sldId id="260"/>
            <p14:sldId id="261"/>
            <p14:sldId id="262"/>
          </p14:sldIdLst>
        </p14:section>
        <p14:section name="Block A" id="{12700b99-64f4-b755-3ac0-c26d9a0c211d}">
          <p14:sldIdLst>
            <p14:sldId id="263"/>
            <p14:sldId id="264"/>
            <p14:sldId id="265"/>
            <p14:sldId id="266"/>
            <p14:sldId id="268"/>
            <p14:sldId id="269"/>
          </p14:sldIdLst>
        </p14:section>
        <p14:section name="Break" id="{16931091-e5e5-3ad2-9cd7-2716d084cda6}">
          <p14:sldIdLst>
            <p14:sldId id="267"/>
          </p14:sldIdLst>
        </p14:section>
        <p14:section name="Block A" id="{baf3fb8d-8158-fcaa-fd93-94a274e70207}">
          <p14:sldIdLst/>
        </p14:section>
        <p14:section name="Block B" id="{249ec244-ee91-bf7f-cd8b-dfdbc7ee4f75}">
          <p14:sldIdLst>
            <p14:sldId id="270"/>
            <p14:sldId id="271"/>
            <p14:sldId id="272"/>
            <p14:sldId id="273"/>
            <p14:sldId id="274"/>
            <p14:sldId id="275"/>
          </p14:sldIdLst>
        </p14:section>
        <p14:section name="Make and close" id="{fed4c66f-0edd-29ab-ff79-0f4a37ba6d10}">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17 and our topic is merging two tables and the fan-out trap.
By the end of today you will be able to merge two tables on a key, check the row count before and after, and spot a duplicated key that inflates a total.
We will answer one question: Which product category earns the most, and can we trust the merge that tells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product category earns the most, and can we trust the table that tells us? The sales table lists products by an id number. The category lives in a different table, the products table. To answer the question we have to join the two tables together with a merge. A merge is powerful, and it can also go wrong without any error message. Today you learn to merge, and to check the merge before you believe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merge key. A column that identifies a row and is shared by two tables, such as product_id. A small example. The item number on both the price board and the receipt.
merge. Join two tables by matching their key columns. Picture this. Matching each receipt with its line on the price board.
left merge. Keep every row of the first table, even when nothing matches. You have seen this before. Keep every receipt, even for a missing price board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unique. Appears once only. A key must be unique in the table it looks up. One item number per product.
fan-out. A merge that makes extra rows because a key appears twice, and inflates every total. Think of a shop. One receipt copied for every duplicated price line.
reconcile. Check that two routes to the same total agree, or explain why not. Imagine it like this. Counting the cash tin and the receipts and comparing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join two tables we need a column they share, and we call it the merge key. For sales and products the key is the product id. The products table works like a phone book. Each id should appear once, so that each lookup gives exactly one answer.
Count the ids on the picture. Does any id appear twice? If it does, the merge cannot decide which row to attach.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left merge keeps every row from the left table, the sales, and attaches the matching columns from the right table, the products. If a sale has no match it stays, with empty cells for the new columns.
Because every sale is kept once, the number of rows that comes out should equal the number that went in. One thousand five hundred and thirteen in, one thousand five hundred and thirteen out. That is the first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sales.csv holds the product_id of each sale. products.csv says which category each product belongs to.
Your turn to guess. Predict the row count after the merge and which category earns the most.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key is unique (True). Both tables have 1513 rows. The categories rank Household 2082700, Drinks 1863200, Stationery 1686500 and Snacks 743500, and they add to 6375900. The count and the total both match the true values, so the merge is safe.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merge you can trust. I have two questions for you.
Question one. Why check that product_id is unique before merging? Say it quietly to yourself before anyone answers.
If a product appeared twice, every sale of it would be copied twice.
Question two. How do you know the merge did not lose or add rows? Give it thirty seconds and then we will hear a few answers.
Here is how I would answer it. The row count is 1513 before and after, and the category totals add to the overall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Show the category with the lowest revenue. After you run it, say in one sentence what changed and how you checked.
You should see this. Snacks with 743500.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trap. If the products table lists one product twice, every sale of that product is attached to both copies, so the sale appears twice. We call this a fan-out. The merged table grows to one thousand six hundred and twenty eight rows, and the revenue climbs to seven million seventy nine thousand nine hundred shillings. That is seven hundred and four thousand too much.
No error appears. The only warning is that the numbers have changed, and that is why we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can check the merge for us. When we merge we tell it the shape we expect, which here is many sales to one product. If a key turns out to repeat, pandas stops at once with a MergeError, instead of quietly multiplying our rows.
An error that stops you is a gift. Read the message, fix the products table, and run the merge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sunrise_products_practice.csv is a copy of the products table with one product listed twice. Merge with it and watch the totals.
Now your guess. Predict what happens to the row count and the total revenue.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key is not unique (False). The merged table has 1628 rows, which is 115 too many, and the total is 7079900, which is 704000 too high. The duplicate is Juice with product_id 6. Python raised no error. Only the check of the row count and total finds it.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fan-out trap. I have two questions for you.
Question one. Why did Python not warn us? Give it thirty seconds and then we will hear a few answers.
Here is how I would answer it. A merge with a repeated key is legal. It simply copies the matching rows.
Question two. What two numbers give the problem away? Talk it over with your neighbour for a minute.
What I would say is this. The row count rose from 1513 to 1628, and the total rose from 6375900 to 7079900.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Ask the merge to check the key by adding validate="many_to_one". Read the result. Then explain to your neighbour what the change did.
The result: pandas stops with a MergeError.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safe merge we can finally answer the question. We group the merged table by category and add up the line values. Household leads with two million eighty two thousand seven hundred shillings. Drinks follow with one million eight hundred and sixty three thousand two hundred. Stationery has one million six hundred and eighty six thousand five hundred, and Snacks has seven hundred and forty three thousand five hundred.
Add the four categories. Does the total match the grand total of the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every merge we make two checks. First, the number of rows. Second, the total revenue. We compare them with the numbers from before the merge.
If both are the same, we can trust the merge. If either is different, we stop, find the repeated key and fix it. Reconciling means making two sets of numbers agree, and it is a habit worth keeping for your whole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DA17.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pandas.errors.MergeError: Merge keys are not unique. It means this: validate found a key that appears more than once in the table you look up. To fix it, find the repeated key with duplicated, fix the table, and merge again.
The next one. You will see: The merged table has more rows than the sales table. It means this: A key appears twice in the second table, so rows were copied. To fix it, compare len() before and after every merge and check the key is unique.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Which product category earns the most, and can we trust the merge that tells us?
Write this sentence in your notebook and finish it your own way. I check that a key is unique before I merge, and I compare the row count and the total after.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DA17  |  Merging two tables and the fan-out trap</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Merging two tables and the fan-out trap</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product category earns the most, and can we trust the merge that tells us?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17 of 24  |  Week 6, Messy data and two tables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Which product category earns the most,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and can we trust the merge that tells us?</a:t>
            </a:r>
            <a:endParaRPr lang="en-US" sz="3600" dirty="0"/>
          </a:p>
        </p:txBody>
      </p:sp>
      <p:pic>
        <p:nvPicPr>
          <p:cNvPr id="3" name="Image 0" descr="Sales linked to a products table by a product key, with a warning about rows that multiply">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merge key">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merge key</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column that identifies a row and is shared by two tables, such as product_id.</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item number on both the price board and the receipt.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merg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merge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Join two tables by matching their key columns.</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Matching each receipt with its line on the price board.</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left merg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left merge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Keep every row of the first table, even when nothing matches.</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Keep every receipt, even for a missing price board line.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uniqu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unique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Appears once only. A key must be unique in the table it looks up.</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item number per product.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fan-ou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fan-out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merge that makes extra rows because a key appears twice, and inflates every total.</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receipt copied for every duplicated price line.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reconcil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reconcile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Check that two routes to the same total agree, or explain why not.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Counting the cash tin and the receipts and comparing them.</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merge key must pick out exactly one row</a:t>
            </a:r>
            <a:endParaRPr lang="en-US" sz="3800" dirty="0"/>
          </a:p>
        </p:txBody>
      </p:sp>
      <p:pic>
        <p:nvPicPr>
          <p:cNvPr id="3" name="Image 0" descr="A merge key must pick out exactly one row">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key is the column both tables share.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In the lookup table each key appears once.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repeated key causes trouble.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left merge keeps every sale and adds columns</a:t>
            </a:r>
            <a:endParaRPr lang="en-US" sz="3800" dirty="0"/>
          </a:p>
        </p:txBody>
      </p:sp>
      <p:pic>
        <p:nvPicPr>
          <p:cNvPr id="3" name="Image 0" descr="A left merge keeps every sale and adds column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1,513 sales go in and 1,513 rows come out.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merge you can trust</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the row count after the merge and which category earns the most.</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merge you can trust</a:t>
            </a:r>
            <a:endParaRPr lang="en-US" sz="3800" dirty="0"/>
          </a:p>
        </p:txBody>
      </p:sp>
      <p:sp>
        <p:nvSpPr>
          <p:cNvPr id="3" name="Shape 1"/>
          <p:cNvSpPr/>
          <p:nvPr/>
        </p:nvSpPr>
        <p:spPr>
          <a:xfrm>
            <a:off x="640080" y="1645920"/>
            <a:ext cx="6035040" cy="3671316"/>
          </a:xfrm>
          <a:prstGeom prst="roundRect">
            <a:avLst>
              <a:gd name="adj" fmla="val 1993"/>
            </a:avLst>
          </a:prstGeom>
          <a:solidFill>
            <a:srgbClr val="FFFFFF"/>
          </a:solidFill>
          <a:ln w="15875">
            <a:solidFill>
              <a:srgbClr val="111111"/>
            </a:solidFill>
            <a:prstDash val="solid"/>
          </a:ln>
        </p:spPr>
      </p:sp>
      <p:sp>
        <p:nvSpPr>
          <p:cNvPr id="4" name="Text 2"/>
          <p:cNvSpPr txBox="1"/>
          <p:nvPr/>
        </p:nvSpPr>
        <p:spPr>
          <a:xfrm>
            <a:off x="822960" y="1828800"/>
            <a:ext cx="5669280" cy="330555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True</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1513 1513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category</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Household     2082700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Drinks        1863200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Stationery    1686500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Snacks         743500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Name: line_value, dtype: int64</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6375900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key is unique (True).</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Both tables have 1513 rows.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categories rank Household 2082700, Drinks 1863200, Stationery 1686500 and Snacks 743500, and they add to 6375900.</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count and the total both match the true values, so the merge is safe.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merge you can trust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check that product_id is unique before merging?</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How do you know the merge did not lose or add rows?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Show the category with the lowest revenue.</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Repeated keys give 1,628 rows instead of 1,513</a:t>
            </a:r>
            <a:endParaRPr lang="en-US" sz="3800" dirty="0"/>
          </a:p>
        </p:txBody>
      </p:sp>
      <p:pic>
        <p:nvPicPr>
          <p:cNvPr id="3" name="Image 0" descr="Repeated keys give 1,628 rows instead of 1,513">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The revenue grows from 6,375,900 to 7,079,900, which is 704,000 too much.</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merge check stops a bad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merge before it spreads</a:t>
            </a:r>
            <a:endParaRPr lang="en-US" sz="3600" dirty="0"/>
          </a:p>
        </p:txBody>
      </p:sp>
      <p:pic>
        <p:nvPicPr>
          <p:cNvPr id="3" name="Image 0" descr="A merge check stops a bad merge before it spread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Tell pandas how the keys should match.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If the keys break the rule, pandas stops with a MergeError.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Fix the lookup table, then merge again.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fan-out trap</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practice = pd.read_csv(</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"sunrise_products_practice.csv"</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print(practice[</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"product_id"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].is_unique)</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bad = sales.merge(</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practice[[</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"product_id"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"category"</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on=</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"product_id"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how=</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"left"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print(len(bad), bad[</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"line_value"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].sum())</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print(bad[</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"line_value"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].sum() - sales[</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"line_value"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].sum())</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print(practice[practice.duplicated(</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"product_id"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keep=</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False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Predict what happens to the row count and the total revenue.</a:t>
            </a:r>
            <a:endParaRPr lang="en-US" sz="2200" dirty="0"/>
          </a:p>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Write your guess on paper before we run it.</a:t>
            </a:r>
            <a:endParaRPr lang="en-US" sz="22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fan-out trap</a:t>
            </a:r>
            <a:endParaRPr lang="en-US" sz="3800" dirty="0"/>
          </a:p>
        </p:txBody>
      </p:sp>
      <p:sp>
        <p:nvSpPr>
          <p:cNvPr id="3" name="Shape 1"/>
          <p:cNvSpPr/>
          <p:nvPr/>
        </p:nvSpPr>
        <p:spPr>
          <a:xfrm>
            <a:off x="640080" y="1645920"/>
            <a:ext cx="6035040" cy="2581656"/>
          </a:xfrm>
          <a:prstGeom prst="roundRect">
            <a:avLst>
              <a:gd name="adj" fmla="val 2834"/>
            </a:avLst>
          </a:prstGeom>
          <a:solidFill>
            <a:srgbClr val="FFFFFF"/>
          </a:solidFill>
          <a:ln w="15875">
            <a:solidFill>
              <a:srgbClr val="111111"/>
            </a:solidFill>
            <a:prstDash val="solid"/>
          </a:ln>
        </p:spPr>
      </p:sp>
      <p:sp>
        <p:nvSpPr>
          <p:cNvPr id="4" name="Text 2"/>
          <p:cNvSpPr txBox="1"/>
          <p:nvPr/>
        </p:nvSpPr>
        <p:spPr>
          <a:xfrm>
            <a:off x="822960" y="1828800"/>
            <a:ext cx="5669280" cy="22158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False</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1628 7079900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704000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    product_id   name category</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            6  Juice   Drinks</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15           6  Juice   Drinks</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key is not unique (False).</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merged table has 1628 rows, which is 115 too many, and the total is 7079900, which is 704000 too high.</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duplicate is Juice with product_id 6.</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Python raised no error.</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fan-out trap</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did Python not warn us?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two numbers give the problem away?</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Ask the merge to check the key by adding validate="many_to_one". Read the result.</a:t>
            </a:r>
            <a:endParaRPr lang="en-US" sz="3400" dirty="0"/>
          </a:p>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Then tell your neighbour what changed and how you know.</a:t>
            </a:r>
            <a:endParaRPr lang="en-US" sz="34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Category totals show which</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category earns the most</a:t>
            </a:r>
            <a:endParaRPr lang="en-US" sz="3600" dirty="0"/>
          </a:p>
        </p:txBody>
      </p:sp>
      <p:pic>
        <p:nvPicPr>
          <p:cNvPr id="3" name="Image 0" descr="Category totals show which category earns the most">    </p:cNvPr>
          <p:cNvPicPr>
            <a:picLocks noChangeAspect="1"/>
          </p:cNvPicPr>
          <p:nvPr/>
        </p:nvPicPr>
        <p:blipFill>
          <a:blip r:embed="rId1"/>
          <a:stretch>
            <a:fillRect/>
          </a:stretch>
        </p:blipFill>
        <p:spPr>
          <a:xfrm>
            <a:off x="783007" y="1600200"/>
            <a:ext cx="6755026"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Household: 2,082,700.</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Drinks: 1,863,200 and Stationery: 1,686,500.</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Snacks: 743,500.</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Rows and revenue must match after a merge</a:t>
            </a:r>
            <a:endParaRPr lang="en-US" sz="3800" dirty="0"/>
          </a:p>
        </p:txBody>
      </p:sp>
      <p:pic>
        <p:nvPicPr>
          <p:cNvPr id="3" name="Image 0" descr="Rows and revenue must match after a merge">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Same rows and same revenue before and after means the merge is safe.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Merge the sales with sunrise_branches.csv on branch_id to get the branch names. Check that the row count is unchanged. Total the revenue by branch name and reconcile it with the totals you found in session 9.</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DA17.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pandas.errors.MergeError: Merge keys are not unique</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validate found a key that appears more than once in the table you look up.</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Find the repeated key with duplicated, fix the table, and merge again.</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merged table has more rows than the sales table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key appears twice in the second table, so rows were copied.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Compare len() before and after every merge and check the key is unique.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check that a key is unique before I merge, and I compare the row count and the total after.</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DA17 Merging two tables and the fan-out trap</dc:title>
  <dc:subject>Python for Data Analysis</dc:subject>
  <dc:creator>KLAi</dc:creator>
  <cp:lastModifiedBy>KLAi</cp:lastModifiedBy>
  <cp:revision>1</cp:revision>
  <dcterms:created xsi:type="dcterms:W3CDTF">2026-10-31T12:32:53Z</dcterms:created>
  <dcterms:modified xsi:type="dcterms:W3CDTF">2026-10-31T12:32:53Z</dcterms:modified>
</cp:coreProperties>
</file>