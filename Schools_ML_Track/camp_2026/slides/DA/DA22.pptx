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097894-8d9c-94a3-c9ec-fe4876d24e20}">
          <p14:sldIdLst>
            <p14:sldId id="256"/>
            <p14:sldId id="257"/>
            <p14:sldId id="258"/>
            <p14:sldId id="259"/>
            <p14:sldId id="260"/>
            <p14:sldId id="261"/>
          </p14:sldIdLst>
        </p14:section>
        <p14:section name="Make and close" id="{5ff1961f-960b-e4de-ed47-543e77b98aca}">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22 and our topic is report and handover.
By the end of today you will be able to hand over a project that another person can open, rerun and check.
We will answer one question: Does everything I submit open, rerun and agree with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everything I submit open, rerun and agree with itself? Look at the project folder. The notebook, the cleaning log, the data dictionary, the report and the AI log all have to open, and they all have to tell the same story. Today we check each one against the others, and then we hand the project in. Nothing is handed in until all of them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15 minutes. Recall, then the handover checklist. Then, 60 minutes. Rerun from a restarted kernel and repair. After that, 15 minutes. Break away from screens. Next, 50 minutes. Write and export the report. Then, 25 minutes. Individual check and submit. Then, 15 minutes. Feedback, then save.
Most of the time is your own build, with a check and a partner.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checks. The notebook reruns after a restart. Every number in the report appears in an output cell. The cleaning log counts every row removed. The data dictionary covers every column you used. The AI log is filled in, or it says that no assistance was used. And every file opens after you close it and open it again.
Tick them one at a time. Do not tick a box you have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page report has a fixed order. First the question. Then the data and where it came from. Then the method in a sentence. Then your findings, each with its value. Then one recommendation. In the example it is to compare revenue per customer counted before any decision. Last, the limit.
The limit says there are no costs in the data, so we cannot talk about profit. A good report always closes with what it cannot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Submitting has a route. Save the notebook. Export the report to PDF. Reopen both files to check they work. Upload them to the place you were told. Then wait for the confirmation and keep it.
A file on your laptop is not a submission. A submission is complete when the confirmation arrives, so do not close the page until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DA22.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A claim in the report has no number behind it. It means this: the sentence was written from memory and not from an output. To fix it, find the output cell that supports it, or remove the claim.
The next one. You will see: The report opens but the charts are missing. It means this: the PNG was not saved in the same folder, or the picture was linked and not inserted. To fix it, insert the saved PNG into the document and export to PDF again.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Does everything I submit open, rerun and agree with itself?
Finish this sentence in your notebook, in your own words. Everything I submitted opens, reruns and agrees with itself.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DA22  |  Report and handover</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Report and handover</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everything I submit open, rerun and agree with itself?</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22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everything I submit open,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rerun and agree with itself?</a:t>
            </a:r>
            <a:endParaRPr lang="en-US" sz="3600" dirty="0"/>
          </a:p>
        </p:txBody>
      </p:sp>
      <p:pic>
        <p:nvPicPr>
          <p:cNvPr id="3" name="Image 0" descr="The project folder with the notebook, report and logs inside">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the time is your own build, with a check and a partner.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Six checks decide if a project is ready to hand in</a:t>
            </a:r>
            <a:endParaRPr lang="en-US" sz="3800" dirty="0"/>
          </a:p>
        </p:txBody>
      </p:sp>
      <p:pic>
        <p:nvPicPr>
          <p:cNvPr id="3" name="Image 0" descr="Six checks decide if a project is ready to hand i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notebook reruns from a restarted kernel.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number in the report is in an output.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file opens after you reopen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One page holds the question,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method and numbers</a:t>
            </a:r>
            <a:endParaRPr lang="en-US" sz="3600" dirty="0"/>
          </a:p>
        </p:txBody>
      </p:sp>
      <p:pic>
        <p:nvPicPr>
          <p:cNvPr id="3" name="Image 0" descr="One page holds the question, method and number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Question, data, method, findings, recommendation and limit.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You have submitted when the confirmation arrives</a:t>
            </a:r>
            <a:endParaRPr lang="en-US" sz="3600" dirty="0"/>
          </a:p>
        </p:txBody>
      </p:sp>
      <p:pic>
        <p:nvPicPr>
          <p:cNvPr id="3" name="Image 0" descr="You have submitted when the confirmation arriv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Save, export the PDF and reopen both.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Upload to the folder you were given.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the confirmation.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640"/>
              </a:lnSpc>
              <a:spcAft>
                <a:spcPts val="2520"/>
              </a:spcAft>
              <a:buNone/>
            </a:pPr>
            <a:r>
              <a:rPr lang="en-US" sz="2200" dirty="0">
                <a:solidFill>
                  <a:srgbClr val="111111"/>
                </a:solidFill>
                <a:latin typeface="Lato" pitchFamily="34" charset="0"/>
                <a:ea typeface="Lato" pitchFamily="34" charset="-122"/>
                <a:cs typeface="Lato" pitchFamily="34" charset="-120"/>
              </a:rPr>
              <a:t>Restart the kernel and run all cells from the top. Confirm every number in the report appears in an output. Write the one-page report: question, data, method, three findings with their values, one recommendation and one limitation. Export it to PDF and reopen it. Submit project.ipynb, cleaning_log.md, your data dictionary, report.pdf or report.docx and AI_USE_LOG.md together through the route in START_HERE.md. Keep personal information out of every file.</a:t>
            </a:r>
            <a:endParaRPr lang="en-US" sz="2200" dirty="0"/>
          </a:p>
          <a:p>
            <a:pPr algn="l" indent="0" marL="0">
              <a:lnSpc>
                <a:spcPts val="2640"/>
              </a:lnSpc>
              <a:spcAft>
                <a:spcPts val="2520"/>
              </a:spcAft>
              <a:buNone/>
            </a:pPr>
            <a:r>
              <a:rPr lang="en-US" sz="2200" dirty="0">
                <a:solidFill>
                  <a:srgbClr val="111111"/>
                </a:solidFill>
                <a:latin typeface="Lato" pitchFamily="34" charset="0"/>
                <a:ea typeface="Lato" pitchFamily="34" charset="-122"/>
                <a:cs typeface="Lato" pitchFamily="34" charset="-120"/>
              </a:rPr>
              <a:t>Save it as DA22. Write two sentences: what you changed and how you checked it.</a:t>
            </a:r>
            <a:endParaRPr lang="en-US" sz="22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 claim in the report has no number behind it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sentence was written from memory and not from an output.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Find the output cell that supports it, or remove the claim.</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report opens but the charts are missing</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PNG was not saved in the same folder, or the picture was linked and not inserted.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Insert the saved PNG into the document and export to PDF again.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Everything I submitted opens, reruns and agrees with itself.</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DA22 Report and handover</dc:title>
  <dc:subject>Python for Data Analysis</dc:subject>
  <dc:creator>KLAi</dc:creator>
  <cp:lastModifiedBy>KLAi</cp:lastModifiedBy>
  <cp:revision>1</cp:revision>
  <dcterms:created xsi:type="dcterms:W3CDTF">2026-10-31T12:32:56Z</dcterms:created>
  <dcterms:modified xsi:type="dcterms:W3CDTF">2026-10-31T12:32:56Z</dcterms:modified>
</cp:coreProperties>
</file>