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10006.xml" ContentType="application/vnd.openxmlformats-officedocument.presentationml.notesSlide+xml"/>
  <Override PartName="/ppt/notesSlides/notesSlide100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006.xml.rels><?xml version='1.0' encoding='utf-8'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6.xml" /></ns0:Relationships>
</file>

<file path=ppt/notesSlides/_rels/notesSlide10014.xml.rels><?xml version='1.0' encoding='utf-8'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14.xml" /></ns0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Comparing groups, and reading time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Start on time.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Where tonight sits.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Where tonight sits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Comparing groups, and reading time.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Tonight is session 11 of fifteen.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Grain means what one row represents. A key identifies a row; a primary key may use more than one column. A join matches keys, and multiple matches can multiply rows.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One order has two lines. After joining orders to lines, how many rows for it? Two. Summing a repeated order-level total would double-count.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one example row from each table. Circle keys and trace each match. Aggregate to the intended grain and check counts and totals.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The words for tonight.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The words for tonight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Where tonight sits.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By the end of tonight you can….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By the end of tonight you can…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The words for tonight.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These three are what tonight is marked against, in the sense that the lab checks them.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Which region has our worst returns problem?.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Which region has our worst returns problem?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By the end of tonight you can….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 region with the most returns and the region with the highest return rate are different regions. Only one of them is the answer.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function is a named set of instructions. def defines it; a call runs it with inputs. Parameters are input names, arguments are supplied values, and return sends the result back.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print(8) return the number 8 to the caller? No; it displays 8 and returns None. A function needing a numeric result should return it.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Trace one call: bind input names, run the indented body, reach return, then put the returned result back into the calling expression.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Counts, rates, and the difference that changes the decision.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A rate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Counts, rates, and the difference that changes the decision.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A count divided by the population it came from. What you need whenever the groups you are comparing are different sizes, which is nearly always.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Percentage point.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Percentage point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A rate.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 unit for the DIFFERENCE between two percentages. Going from 2% to 3% is one percentage point and also a fifty per cent increase, and both statements are true.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Seasonality.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Seasonality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Percentage point.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A pattern that repeats on the calendar. It is not growth and it is not a trend, and confusing either with it produces a confident wrong headline every January.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seasonal pattern repeats at calendar intervals. Compare like periods before calling a change growth; compare counts, coverage and definitions as well.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rise from November to December prove underlying growth? No; compare comparable Decembers and inspect the wider series.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Draw a two-year timeline and match the same months. Separate description from an explanation of cause.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Year on year.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Year on year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Seasonality.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Comparing a period against the same period a year earlier. It is the simplest honest way to see through seasonality.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seasonal pattern repeats at calendar intervals. Compare like periods before calling a change growth; compare counts, coverage and definitions as well.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rise from November to December prove underlying growth? No; compare comparable Decembers and inspect the wider series.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Draw a two-year timeline and match the same months. Separate description from an explanation of cause.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The most returns and the highest return rate are different regions.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The most returns and the highest return rate are different regions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Year on year.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Real counts and rates from the course data. Report the counts and somebody is sent to Eastern, which simply has the most orders. The rate points at Western.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READ THE VISUAL</a:t>
            </a:r>
          </a:p>
          <a:p>
            <a:r>
              <a:t>Start with the title and labels. Read one row or mark aloud, including its unit. Let a learner read a second one before discussing the pattern. Do not infer a numerical value from an unlabelled drawing.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Counts and rates, side by side.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Counts and rates, side by side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The most returns and the highest return rate are different regions.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Break.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Break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Counts and rates, side by side.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Ten minutes.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Growth, or just December?.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Percentages against percentage points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Growth, or just December?.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Trend, or the calendar?.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Trend, or the calendar?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Percentages against percentage points.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seasonal pattern repeats at calendar intervals. Compare like periods before calling a change growth; compare counts, coverage and definitions as well.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rise from November to December prove underlying growth? No; compare comparable Decembers and inspect the wider series.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Draw a two-year timeline and match the same months. Separate description from an explanation of cause.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December is the biggest month in both years.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December is the biggest month in both years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Trend, or the calendar?.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Real monthly revenue with a three-month rolling average. The December peaks are the calendar, not growth, and the rolling average is what lets you see the difference.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seasonal pattern repeats at calendar intervals. Compare like periods before calling a change growth; compare counts, coverage and definitions as well.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rise from November to December prove underlying growth? No; compare comparable Decembers and inspect the wider series.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Draw a two-year timeline and match the same months. Separate description from an explanation of cause.</a:t>
            </a:r>
          </a:p>
          <a:p>
            <a:r>
              <a:t/>
            </a:r>
          </a:p>
          <a:p>
            <a:r>
              <a:t>READ THE VISUAL</a:t>
            </a:r>
          </a:p>
          <a:p>
            <a:r>
              <a:t>Start with the title and labels. Read one row or mark aloud, including its unit. Let a learner read a second one before discussing the pattern. Do not infer a numerical value from an unlabelled drawing.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Five statements, five verdicts.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Five statements, five verdicts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December is the biggest month in both years.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For each: supported, unsupported, or unanswerable from this data. Attach a number to every verdict.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Mean is total divided by count. Median is the middle of sorted values. A percentile locates a position in that ordered distribution; interpolation conventions can differ. Match the summary to the question.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For [2,3,4,5,100], median=4 and mean=22.8. The large value pulls the mean up.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Sort five values by hand. A skewed distribution does not make the mean wrong if the question concerns totals or expected cost.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Reporting a count where the audience will read a rate, and calling a seasonal peak growth..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Reporting a count where the audience will read a rate, and calling a seasonal peak growth.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Five statements, five verdicts.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Reporting a count where the audience will read a rate, and calling a seasonal peak growth.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Can you answer these?.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Can you answer these?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Reporting a count where the audience will read a rate, and calling a seasonal peak growth..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DISCUSSION KEY FOR THIS SLIDE</a:t>
            </a:r>
          </a:p>
          <a:p>
            <a:r>
              <a:t>ANSWERS</a:t>
            </a:r>
          </a:p>
          <a:p>
            <a:r>
              <a:t>How did you do?</a:t>
            </a:r>
          </a:p>
          <a:p>
            <a:r>
              <a:t>A</a:t>
            </a:r>
          </a:p>
          <a:p>
            <a:r>
              <a:t>When a count beats a rate</a:t>
            </a:r>
          </a:p>
          <a:p>
            <a:r>
              <a:t>When the work is proportional to the count: staffing a returns desk, printing labels, answering calls. Eastern needs the people even though Western has the problem. Report both and say which question each answers.</a:t>
            </a:r>
          </a:p>
          <a:p>
            <a:r>
              <a:t>B</a:t>
            </a:r>
          </a:p>
          <a:p>
            <a:r>
              <a:t>2% to 3%: one or fifty?</a:t>
            </a:r>
          </a:p>
          <a:p>
            <a:r>
              <a:t>Both. One percentage POINT, and fifty per cent in relative terms. Neither is wrong and the unit has to be stated, because the two sound completely different to a reader.</a:t>
            </a:r>
          </a:p>
          <a:p>
            <a:r>
              <a:t>C</a:t>
            </a:r>
          </a:p>
          <a:p>
            <a:r>
              <a:t>One check for growth against seasonality</a:t>
            </a:r>
          </a:p>
          <a:p>
            <a:r>
              <a:t>Compare the same month a year apart. If December beats February in both years by a similar factor, it is the calendar rather than the business.</a:t>
            </a:r>
          </a:p>
          <a:p>
            <a:r>
              <a:t>Let learners attempt first; use this to explain the reasoning, not just reveal the answer.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How did you do?.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How did you do?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Can you answer these?.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Five statements, five verdicts, with numbers.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Five statements, five verdicts, with numbers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How did you do?.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On your sheet are five statements about this business. Decide which are supported, which are unsupported and which are unanswerable, and attach a number to every verdict. Unanswerable is a real answer and one of them is.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Missing means not recorded, not automatically zero. Decide why it is missing and document the rule. Fitted fill values must come from training data when evaluating a model.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Is an unrecorded energy reading evidence of zero consumption? No.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three rows: a recorded zero, a recorded positive value and a blank. Explain their different meanings before cleaning.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What you can do now.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What you can do now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Five statements, five verdicts, with numbers.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Before the next session.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Before the next session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What you can do now.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Find a percentage quoted at work and decide whether it should have been a percentage point, a rate, or a count.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percentage is out of one hundred. Moving from 10% to 15% is an increase of 5 percentage points, but 50% relative to the original 10%.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From 20% to 25%: how many percentage points? 5. Relative increase? 25%.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the subtraction and the division separately; label their different units.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Rates for how bad, counts for how much work.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Rates for how bad, counts for how much work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Before the next session.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Both are honest and they answer different questions. Almost every misleading comparison in business reporting is a count presented where the reader will hear a rate.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0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Counts, rates, and the difference that changes the decision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Which region has our worst returns problem?.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count says how much work there is. A rate divides events by the relevant opportunities or population. Both numerator and denominator must describe the same period and group.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10 returns from 100 orders versus 20 from 1,000: rates are 10% and 2%. The second group has more returns but a lower rate.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numerator and denominator in words before putting numbers into the fraction.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A rate.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Growth, or just December?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Break.</a:t>
            </a:r>
          </a:p>
          <a:p>
            <a:r>
              <a:t/>
            </a:r>
          </a:p>
          <a:p>
            <a:r>
              <a:t>DELIVER THIS SLIDE</a:t>
            </a:r>
          </a:p>
          <a:p>
            <a:r>
              <a:t>Read the stated purpose, then point to the named example or action on the slide. Ask learners to describe what they will do before moving on. For a break slide, announce the return time; for a section divider, name the next concrete task.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Percentages against percentage points.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notesSlide" Target="../notesSlides/notesSlide10006.xml" /></ns0: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notesSlide" Target="../notesSlides/notesSlide10014.xml" /></ns0: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960120"/>
            <a:ext cx="2219724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SESSION 11 OF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Comparing groups, and reading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03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93" b="0" i="0">
                <a:solidFill>
                  <a:srgbClr val="A8BCCE"/>
                </a:solidFill>
                <a:latin typeface="Calibri"/>
              </a:rPr>
              <a:t>The region with the most returns and the region with the highest return rate are different regions. Only one of them is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49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WEEK 4  ·  STATISTICS  ·  3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Data Analysis with Python, SQL and Power BI  ·  roadmap.sh: Rates and proportions; time series basics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THE FIFTEEN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Where tonight sits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  · 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From a spreadsheet to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9403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5707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2  ·  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5707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Why data lives in several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9311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3  ·  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9311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Asking a database for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611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4  · 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Counting and grouping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5  · 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Joining tables, carefully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9403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5707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6  · 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5707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Your first program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9311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7  ·  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Reading a file, and looking at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611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2915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8  ·  PYTHON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2915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Cleaning, and writing down what you did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9  ·  PYTHON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Grouping and joining in pandas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59403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5707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10  ·  STATISTICS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5707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Describing one column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FFFFFF"/>
                </a:solidFill>
                <a:latin typeface="Calibri"/>
              </a:rPr>
              <a:t>11  ·  STATISTICS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1" i="0">
                <a:solidFill>
                  <a:srgbClr val="FFFFFF"/>
                </a:solidFill>
                <a:latin typeface="Calibri"/>
              </a:rPr>
              <a:t>Comparing groups, and reading time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611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2915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12  ·  CHARTS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2915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Charts that answer the question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13  ·  INVESTIGATION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A whole investigation, end to end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9403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5707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14  ·  POWER BI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5707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Getting data in, and modelling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33007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9311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15  ·  POWER BI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9311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Measures, a dashboard, and presenting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The words for 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109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911095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WHAT IT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11095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IN A SPREADSHEET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2240279"/>
            <a:ext cx="11039551" cy="55192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76856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276856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count divided by the population it came from. What you need whenever the groups are different sizes.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276856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5353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Proportion and percentage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865353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part of a whole. A percentage is a proportion times a hundred.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865353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" y="3194973"/>
            <a:ext cx="11039551" cy="55192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31549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Percentage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231549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The unit for the DIFFERENCE between two percentages. From 2% to 3% is one percentage point and a 50% increase, and both are true.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31549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20046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Time series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820046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Values recorded in time order.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820046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4149666"/>
            <a:ext cx="11039551" cy="3296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86242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Trend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4186242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The direction over the long run, once the wobble is taken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186242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52437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Seasonality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4552437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pattern that repeats on the calendar. December here is not growth.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552437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" y="4882057"/>
            <a:ext cx="11039551" cy="55192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18633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Moving average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4918633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The average of the last few periods, used to see the trend through the noise.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918633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07130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Year on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5507130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Comparing a period against the same period a year earlier, which is the honest way to see through seasonality.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507130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WHAT YOU WILL BE ABLE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3144"/>
                </a:solidFill>
                <a:latin typeface="Calibri"/>
              </a:rPr>
              <a:t>By the end of tonight you can…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5681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Choose between a count and a rate, and say which question each answers.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77977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4320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Use percentages and percentage points correctly.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60273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6616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Separate a trend from a seasonal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4476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1">
                <a:solidFill>
                  <a:srgbClr val="6B7A8A"/>
                </a:solidFill>
                <a:latin typeface="Calibri"/>
              </a:rPr>
              <a:t>Session 11 of 15  ·  Statistics  ·  Comparing groups, and reading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QUESTION TONIGHT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2009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0" i="1">
                <a:solidFill>
                  <a:srgbClr val="FFFFFF"/>
                </a:solidFill>
                <a:latin typeface="Cambria"/>
              </a:rPr>
              <a:t>Which region has our worst returns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23" b="0" i="0">
                <a:solidFill>
                  <a:srgbClr val="B8C9D8"/>
                </a:solidFill>
                <a:latin typeface="Calibri"/>
              </a:rPr>
              <a:t>The region with the most returns and the region with the highest return rate are different regions. Only one of them is the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BLOCK ONE · 50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Counts, rates, and the difference that changes 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Counts against rates, on the returns data where the two disagree: one region has the most returns and another has the highest rate, and they call for different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A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A count divided by the population it came from. What you need whenever the groups you are comparing are different sizes, which is nearly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Eastern has the most returns, 130. Western has the highest RATE, 2.70% against 2.26% in Eastern. Two regions, two different 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A count is COUNTIF. A rate is COUNTIF divided by COUNT, and the division is the part people skip.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Percentage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The unit for the DIFFERENCE between two percentages. Going from 2% to 3% is one percentage point and also a fifty per cent increase, and both statements are true.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Return rates here run from 2.26% to 2.70%. That is a gap of about half a percentage point, and about a fifth in relative terms. Say which one you mean.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Seasonality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A pattern that repeats on the calendar. It is not growth and it is not a trend, and confusing either with it produces a confident wrong headline every January.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December 2025 was 2.3 times February 2024. December is also the biggest month in BOTH years, which is what tells you it is the calendar rather than the business.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Year on year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Comparing a period against the same period a year earlier. It is the simplest honest way to see through seasonality.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December against December removes the December effect. December against November does not, and will tell you the business is booming every single year.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LOOK AT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The most returns and the highest return rate are different regions</a:t>
            </a:r>
          </a:p>
        </p:txBody>
      </p:sp>
      <p:pic>
        <p:nvPicPr>
          <p:cNvPr id="4" name="Picture 3" descr="fig_rate_vs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341" y="2395728"/>
            <a:ext cx="6519011" cy="32251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767227"/>
            <a:ext cx="10820095" cy="706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Real counts and rates from the course data. Report the counts and somebody is sent to Eastern, which simply has the most orders. The rate points at Western.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Counts and rates, side by side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3475451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318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# how many returns per region? A count.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counts = (lines.groupby("region")["returned"]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          .sum().sort_values(ascending=False))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# what SHARE of each region's lines came back? A rate.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totals = lines.groupby("region")["returned"].size()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rates  = (counts / totals).sort_values(ascending=False)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print(counts)      # Eastern leads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print(rates)       # Western leads</a:t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064"/>
              </a:lnSpc>
              <a:spcAft>
                <a:spcPts val="0"/>
              </a:spcAft>
            </a:pPr>
            <a:r>
              <a:rPr sz="1518" b="0" i="0">
                <a:solidFill>
                  <a:srgbClr val="D8E3EC"/>
                </a:solidFill>
                <a:latin typeface="Courier New"/>
              </a:rPr>
              <a:t># both are correct. They answer different questions.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606003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615147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Compute the rate as counts / counts.sum() by mistake and every region's number changes, because you have divided by the total RETURNS rather than by each region's own lines. The result still adds to 100% and is still wrong.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49039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531" b="0" i="0">
                <a:solidFill>
                  <a:srgbClr val="E4572E"/>
                </a:solidFill>
                <a:latin typeface="Calibri"/>
              </a:rPr>
              <a:t>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7200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21" b="0" i="0">
                <a:solidFill>
                  <a:srgbClr val="8EA4B8"/>
                </a:solidFill>
                <a:latin typeface="Calibri"/>
              </a:rPr>
              <a:t>Stretch, and talk to someone you have not worked with. Be back on time: the longest working block of the session is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BLOCK TWO · 45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Growth, or just December?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Percentages against percentage 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2700284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2407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best  = rates.min()      # 2.26%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worst = rates.max()      # 2.70%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print((worst - best) * 100)        # percentage POINTS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print((worst / best - 1) * 100)    # per cent, relative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# the same gap, two units, two very different-sounding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# sentences. Both true. Say which one you mean.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830836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839980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Write the relative figure into a report as "returns are up X per cent" without saying what the base was, and somebody will read it as X percentage points. That is how a half-point gap becomes a crisis in a summary.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Trend, or the calendar?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3293059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3000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m = (delivered.set_index("order_date")["revenue"]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     .resample("ME").sum())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m.plot()                       # the raw monthly series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m.rolling(3).mean().plot()     # the trend, noise removed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# December 2025 is 2.3x February 2024.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# Growth, or December?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m.groupby(m.index.month).mean()    # answer: it is December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m.pct_change(12)                   # year on year, honestly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423611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432755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Quote month-on-month growth into January and you will report a collapse every year. Quote year-on-year and December stops being news. Both are correct arithmetic and they produce opposite headlines from identical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LOOK AT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December is the biggest month in both years</a:t>
            </a:r>
          </a:p>
        </p:txBody>
      </p:sp>
      <p:pic>
        <p:nvPicPr>
          <p:cNvPr id="4" name="Picture 3" descr="fig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554" y="1911095"/>
            <a:ext cx="7498586" cy="37098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767227"/>
            <a:ext cx="10820095" cy="706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Real monthly revenue with a three-month rolling average. The December peaks are the calendar, not growth, and the rolling average is what lets you see the difference.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Five statements, five verdicts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1095"/>
            <a:ext cx="10820095" cy="410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334657"/>
                </a:solidFill>
                <a:latin typeface="Calibri"/>
              </a:rPr>
              <a:t>For each: supported, unsupported, or unanswerable from this data. Attach a number to every verdict.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6585"/>
            <a:ext cx="10820095" cy="65525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" y="2431449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7" y="2422305"/>
            <a:ext cx="9814255" cy="56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86" b="0" i="0">
                <a:solidFill>
                  <a:srgbClr val="1C3144"/>
                </a:solidFill>
                <a:latin typeface="Calibri"/>
              </a:rPr>
              <a:t>"A typical order is worth about UGX 1,793,149." UNSUPPORTED. That is the mean of a distribution skewed 4.8x. The median, UGX 374,760, is the honest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86706"/>
            <a:ext cx="10820095" cy="65525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3141570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3132426"/>
            <a:ext cx="9814255" cy="56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86" b="0" i="0">
                <a:solidFill>
                  <a:srgbClr val="1C3144"/>
                </a:solidFill>
                <a:latin typeface="Calibri"/>
              </a:rPr>
              <a:t>"Eastern has our worst returns problem." UNSUPPORTED as stated. It has the most returns and the LOWEST rate, 2.26%. Western has the highest rate at 2.70%.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6827"/>
            <a:ext cx="10820095" cy="65525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5256" y="385169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3842547"/>
            <a:ext cx="9814255" cy="56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86" b="0" i="0">
                <a:solidFill>
                  <a:srgbClr val="1C3144"/>
                </a:solidFill>
                <a:latin typeface="Calibri"/>
              </a:rPr>
              <a:t>"Revenue is growing: December was 2.3x February." UNSUPPORTED. December is the biggest month in both years, so that is the calendar. Year on year is the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506948"/>
            <a:ext cx="10820095" cy="65525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56" y="4561812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5607" y="4552668"/>
            <a:ext cx="9814255" cy="56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86" b="0" i="0">
                <a:solidFill>
                  <a:srgbClr val="1C3144"/>
                </a:solidFill>
                <a:latin typeface="Calibri"/>
              </a:rPr>
              <a:t>"The largest order, UGX 46,552,400, must be an error." UNANSWERABLE here. Nothing in the data distinguishes a real bulk order from a typo. You go and ask.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17068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5271932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7" y="5262788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86" b="0" i="0">
                <a:solidFill>
                  <a:srgbClr val="1C3144"/>
                </a:solidFill>
                <a:latin typeface="Calibri"/>
              </a:rPr>
              <a:t>"Half our orders are under UGX 374,760." SUPPORTED, and true by definition: that is what a median 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729132"/>
            <a:ext cx="10820095" cy="992912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866292"/>
            <a:ext cx="10234879" cy="718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2021" b="1" i="0">
                <a:solidFill>
                  <a:srgbClr val="FFFFFF"/>
                </a:solidFill>
                <a:latin typeface="Calibri"/>
              </a:rPr>
              <a:t>Three of the five were unsupported for the same reason: a statistic that does not fit the shape of the thing it describes.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MISTAKE THIS SESSION PREVENTS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1603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2795" b="1" i="0">
                <a:solidFill>
                  <a:srgbClr val="FFFFFF"/>
                </a:solidFill>
                <a:latin typeface="Calibri"/>
              </a:rPr>
              <a:t>Reporting a count where the audience will read a rate, and calling a seasonal peak growth.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7811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0" i="0">
                <a:solidFill>
                  <a:srgbClr val="B8C9D8"/>
                </a:solidFill>
                <a:latin typeface="Calibri"/>
              </a:rPr>
              <a:t>It is in tonight's lab on purpose.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080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Session 11 of 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Can you answer these?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47672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911095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When would you report a count rather than a rate?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86313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449737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Returns went from 2% to 3%. Is that one per cent or fifty?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024955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88379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One check that tells you whether December is growth.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0" i="1">
                <a:solidFill>
                  <a:srgbClr val="6B7A8A"/>
                </a:solidFill>
                <a:latin typeface="Calibri"/>
              </a:rPr>
              <a:t>Answers are on the next slide — try first, then look.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How did you do?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47672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911095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When a count beats a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2203703"/>
            <a:ext cx="10253167" cy="1166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When the work is proportional to the count: staffing a returns desk, printing labels, answering calls. Eastern needs the people even though Western has the problem. Report both and say which question each answers.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442861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3406285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2% to 3%: one or fifty?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3698893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Both. One percentage POINT, and fifty per cent in relative terms. Neither is wrong and the unit has to be stated, because the two sound completely different to a reader.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4592054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4555478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One check for growth against seasonality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4848086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Compare the same month a year apart. If December beats February in both years by a similar factor, it is the calendar rather than the business.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LAB · 50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Five statements, five verdicts, with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1617199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112264"/>
            <a:ext cx="10234879" cy="1251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23" b="0" i="0">
                <a:solidFill>
                  <a:srgbClr val="1C3144"/>
                </a:solidFill>
                <a:latin typeface="Calibri"/>
              </a:rPr>
              <a:t>On your sheet are five statements about this business. Decide which are supported, which are unsupported and which are unanswerable, and attach a number to every verdict. Unanswerable is a real answer and one of them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02615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21" b="1" i="0">
                <a:solidFill>
                  <a:srgbClr val="E4572E"/>
                </a:solidFill>
                <a:latin typeface="Calibri"/>
              </a:rPr>
              <a:t>Work these questions in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78103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For each: supported, unsupported, or unanswerable?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755045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Which statistic would you have to compute to decide?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31987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Compute it. Write the number beside your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278103"/>
            <a:ext cx="5227167" cy="6978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For the unanswerable one: what would you have to go and ask?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5067395"/>
            <a:ext cx="5227167" cy="6978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Then one of your own: a statement about your own work data that you now suspect is unsupported.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TONIGHT IN THREE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What you can do now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11095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Choose between a count and a rate, and say which question each answers.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68025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13161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Use percentages and percentage points correctly.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970091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15227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Separate a trend from a seasonal pattern.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HOMEWORK · 45 TO 60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Before the next session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1237967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130552"/>
            <a:ext cx="10234879" cy="835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Find a percentage quoted at work and decide whether it should have been a percentage point, a rate, or a 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3383"/>
            <a:ext cx="4826861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WHY IT IS ALWAYS OPTIONAL ON YOUR OWN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0311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923" b="0" i="0">
                <a:solidFill>
                  <a:srgbClr val="334657"/>
                </a:solidFill>
                <a:latin typeface="Calibri"/>
              </a:rPr>
              <a:t>Homework on a dataset you already care about gets done. Homework on a teaching dataset competes with your job and loses. Either version counts, and the one on your own data is worth more to you.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ONE THING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2009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Rates for how bad, counts for how much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3484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Both are honest and they answer different questions. Almost every misleading comparison in business reporting is a count presented where the reader will hear a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Next session: charts. Starting from what an axis 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