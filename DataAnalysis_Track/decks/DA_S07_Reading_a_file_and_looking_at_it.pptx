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10006.xml" ContentType="application/vnd.openxmlformats-officedocument.presentationml.notesSlide+xml"/>
  <Override PartName="/ppt/notesSlides/notesSlide1001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006.xml.rels><?xml version='1.0' encoding='utf-8'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6.xml" /></ns0:Relationships>
</file>

<file path=ppt/notesSlides/_rels/notesSlide10012.xml.rels><?xml version='1.0' encoding='utf-8'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12.xml" /></ns0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Reading a file, and looking at it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Start on time.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Where tonight sits.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Where tonight sits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Reading a file, and looking at it.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Tonight is session 7 of fifteen.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Grain means what one row represents. A key identifies a row; a primary key may use more than one column. A join matches keys, and multiple matches can multiply rows.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One order has two lines. After joining orders to lines, how many rows for it? Two. Summing a repeated order-level total would double-count.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one example row from each table. Circle keys and trace each match. Aggregate to the intended grain and check counts and totals.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The words for tonight.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The words for tonight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Where tonight sits.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Missing means not recorded, not automatically zero. Decide why it is missing and document the rule. Fitted fill values must come from training data when evaluating a model.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Is an unrecorded energy reading evidence of zero consumption?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three rows: a recorded zero, a recorded positive value and a blank. Explain their different meanings before cleaning.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By the end of tonight you can….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By the end of tonight you can…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The words for tonight.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These three are what tonight is marked against, in the sense that the lab checks them.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Somebody sends you a file you have never seen..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Somebody sends you a file you have never seen.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By the end of tonight you can….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 same six commands, in the same order, every time. It is the cheapest habit in this work.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An observation describes the data. A finding answers a defined question with evidence. A recommendation adds an action, its justification and limits.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difference between two groups prove one caused the other? No. Other differences or selection may explain it.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Ask for the population, time period, number and comparison. Then ask what additional evidence could change the recommendation.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Six commands, on any file you have never seen.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Series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Six commands, on any file you have never seen.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One column of a DataFrame, on its own. Selecting a single column gives you one of these rather than a table.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dtype.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dtype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Series.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 type pandas decided a column has when it read the file. You did not choose it and it is not always right.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Missing value.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Missing value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dtype.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A cell with nothing recorded. pandas shows it as NaN, which stands for not a number and appears in text columns too.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Missing means not recorded, not automatically zero. Decide why it is missing and document the rule. Fitted fill values must come from training data when evaluating a model.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Is an unrecorded energy reading evidence of zero consumption?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three rows: a recorded zero, a recorded positive value and a blank. Explain their different meanings before cleaning.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The six commands. Learn the order, not the words..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The six commands. Learn the order, not the words.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Missing value.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Cross-validation repeats training and validation on different partitions. Each fold gets a newly fitted model and preprocessing. Variation across fold scores shows sensitivity to the partition.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May preprocessing learn from all rows before the folds? No, that would give each validation fold information from outside its training portion.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three small partitions and label who learns and who is evaluated. Fold spread is not automatically a confidence interval.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Break.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Break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The six commands. Learn the order, not the words..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Ten minutes.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Selecting, filtering, and the type that lies.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Selecting and filtering, which is autofilter written down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Selecting, filtering, and the type that lies.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list keeps items in order. Python positions start at zero. In [2,4,6], position 0 contains 2 and position 2 contains 6. A slice excludes its stop position.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What is [2,4,6][1]? 4. Is there a position 3?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Draw three numbered boxes starting at zero. Keep the position separate from the value stored in it.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The type that lies.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The type that lies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Selecting and filtering, which is autofilter written down.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Grain means what one row represents. A key identifies a row; a primary key may use more than one column. A join matches keys, and multiple matches can multiply rows.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One order has two lines. After joining orders to lines, how many rows for it? Two. Summing a repeated order-level total would double-count.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one example row from each table. Circle keys and trace each match. Aggregate to the intended grain and check counts and totals.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Profiling a file you have never seen.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Profiling a file you have never seen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The type that lies.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The routine in a fixed order. Two minutes, and afterwards you can say what the file can and cannot answer.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A large workbook to inspect with pandas.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A large workbook to inspect with pandas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Profiling a file you have never seen.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Reading a file and trusting the types. A column of numbers arriving as text is the commonest cause of a wrong answer in pandas, and nothing raises an error..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Reading a file and trusting the types. A column of numbers arriving as text is the commonest cause of a wrong answer in pandas, and nothing raises an error.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A large workbook to inspect with pandas.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Reading a file and trusting the types. A column of numbers arriving as text is the commonest cause of a wrong answer in pandas, and nothing raises an error.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Can you answer these?.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Can you answer these?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Reading a file and trusting the types. A column of numbers arriving as text is the commonest cause of a wrong answer in pandas, and nothing raises an error..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DISCUSSION KEY FOR THIS SLIDE</a:t>
            </a:r>
          </a:p>
          <a:p>
            <a:r>
              <a:t>ANSWERS</a:t>
            </a:r>
          </a:p>
          <a:p>
            <a:r>
              <a:t>How did you do?</a:t>
            </a:r>
          </a:p>
          <a:p>
            <a:r>
              <a:t>A</a:t>
            </a:r>
          </a:p>
          <a:p>
            <a:r>
              <a:t>A price column with dtype object</a:t>
            </a:r>
          </a:p>
          <a:p>
            <a:r>
              <a:t>Something in it is not a number: a comma, a currency symbol, a blank, or a word. It does not tell you which or how many, and value_counts() on the odd values is how you find out.</a:t>
            </a:r>
          </a:p>
          <a:p>
            <a:r>
              <a:t>B</a:t>
            </a:r>
          </a:p>
          <a:p>
            <a:r>
              <a:t>A mean customer_id</a:t>
            </a:r>
          </a:p>
          <a:p>
            <a:r>
              <a:t>It is an identifier that happens to be stored as a number. describe() computes statistics on anything numeric and cannot tell an identifier from a measurement. The judgement is yours.</a:t>
            </a:r>
          </a:p>
          <a:p>
            <a:r>
              <a:t>C</a:t>
            </a:r>
          </a:p>
          <a:p>
            <a:r>
              <a:t>Why the missing-value count is not optional</a:t>
            </a:r>
          </a:p>
          <a:p>
            <a:r>
              <a:t>Because a blank is not a zero, and every count, average and join downstream behaves differently depending on how many there are. Here it is 172 rows worth UGX 390,632,335.</a:t>
            </a:r>
          </a:p>
          <a:p>
            <a:r>
              <a:t>Let learners attempt first; use this to explain the reasoning, not just reveal the answer.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How did you do?.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How did you do?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Can you answer these?.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Grain means what one row represents. A key identifies a row; a primary key may use more than one column. A join matches keys, and multiple matches can multiply rows.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One order has two lines. After joining orders to lines, how many rows for it? Two. Summing a repeated order-level total would double-count.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Write one example row from each table. Circle keys and trace each match. Aggregate to the intended grain and check counts and totals.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Profile Online Retail II.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Profile Online Retail II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How did you do?.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Download it, open it in pandas, and produce the one-page profile. You are not cleaning it tonight. The goal is to be able to say, in three sentences, what the file is a record of and what it cannot tell you.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Missing means not recorded, not automatically zero. Decide why it is missing and document the rule. Fitted fill values must come from training data when evaluating a model.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Is an unrecorded energy reading evidence of zero consumption?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three rows: a recorded zero, a recorded positive value and a blank. Explain their different meanings before cleaning.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What you can do now.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What you can do now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Profile Online Retail II.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Before the next session.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Before the next session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What you can do now.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Profile a file from your own work, or a second sheet of the retail file, and write the three sentences. The sentences are harder than the code and they are the point.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Look before you compute.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Look before you compute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Before the next session.</a:t>
            </a:r>
          </a:p>
          <a:p>
            <a:r>
              <a:t/>
            </a:r>
          </a:p>
          <a:p>
            <a:r>
              <a:t>LECTURER CUE</a:t>
            </a:r>
          </a:p>
          <a:p>
            <a:r>
              <a:t>Six commands, two minutes. Every hour lost in this work is lost to an assumption about a file that nobody checked, and the check is cheaper than the assumption every single time.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cleaning decision needs evidence, a stated rule and a before/after check. Similar rows may be genuine repeated events. Reconciliation compares totals built under the same definitions.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May we delete every repeated amount? No. Check the row identifier and the table grain first.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Keep raw data, record counts before and after each action, then explain any remaining difference instead of forcing totals to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0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Six commands, on any file you have never seen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Somebody sends you a file you have never seen..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DataFrame is a labelled table. A Series is a single labelled sequence, often one column. A dtype describes stored values, but the import may infer something unsuitable.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Does a price that looks numeric prove the column is numeric? No. Inspect its dtype and troublesome values before conversion.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Use head, shape and dtypes to locate the table, count rows/columns and inspect storage. Check units and missing values before calculating.</a:t>
            </a:r>
          </a:p>
          <a:p>
            <a:r>
              <a:t/>
            </a:r>
          </a:p>
          <a:p>
            <a:r>
              <a:t>WORKBOOK CLARIFICATION</a:t>
            </a:r>
          </a:p>
          <a:p>
            <a:r>
              <a:t>Do not say an Excel workbook cannot open solely because the combined row count exceeds one worksheet limit. Check its sheet names. pandas.read_excel uses the first sheet by default; sheet_name=None returns a dictionary of all sheets. Select or combine compatible sheets deliberately and check the resulting date range. Source: https://pandas.pydata.org/docs/reference/api/pandas.read_excel.html</a:t>
            </a:r>
          </a:p>
          <a:p>
            <a:r>
              <a:t/>
            </a:r>
          </a:p>
          <a:p>
            <a:r>
              <a:t>TYPE NUANCE</a:t>
            </a:r>
          </a:p>
          <a:p>
            <a:r>
              <a:t>An object dtype alone does not prove that a column contains bad numeric values; it can hold Python objects, including numbers. Inspect values and conversion results. Missing values may display as NaN, None, NaT or pandas NA depending on dtype.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Series.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PURPOSE</a:t>
            </a:r>
          </a:p>
          <a:p>
            <a:r>
              <a:t>Selecting, filtering, and the type that lies</a:t>
            </a:r>
          </a:p>
          <a:p>
            <a:r>
              <a:t/>
            </a:r>
          </a:p>
          <a:p>
            <a:r>
              <a:t>CONNECT</a:t>
            </a:r>
          </a:p>
          <a:p>
            <a:r>
              <a:t>Build on the preceding slide: Break.</a:t>
            </a:r>
          </a:p>
          <a:p>
            <a:r>
              <a:t/>
            </a:r>
          </a:p>
          <a:p>
            <a:r>
              <a:t>EXPLAIN IN ORDINARY WORDS</a:t>
            </a:r>
          </a:p>
          <a:p>
            <a:r>
              <a:t>A condition is a True/False question. Python executes the matching indented branch. = assigns; == compares. &gt;= includes the boundary, while &gt; excludes it.</a:t>
            </a:r>
          </a:p>
          <a:p>
            <a:r>
              <a:t/>
            </a:r>
          </a:p>
          <a:p>
            <a:r>
              <a:t>CHECK AND EXPECTED ANSWER</a:t>
            </a:r>
          </a:p>
          <a:p>
            <a:r>
              <a:t>With value 30, is value &gt;= 30 true? Yes. Is value &gt; 30 true? No.</a:t>
            </a:r>
          </a:p>
          <a:p>
            <a:r>
              <a:t/>
            </a:r>
          </a:p>
          <a:p>
            <a:r>
              <a:t>IF LEARNERS ARE STUCK</a:t>
            </a:r>
          </a:p>
          <a:p>
            <a:r>
              <a:t>Try one value below, at and above the boundary before running the code.</a:t>
            </a:r>
          </a:p>
          <a:p>
            <a:r>
              <a:t/>
            </a:r>
          </a:p>
          <a:p>
            <a:r>
              <a:t>NEXT</a:t>
            </a:r>
          </a:p>
          <a:p>
            <a:r>
              <a:t>Selecting and filtering, which is autofilter written down. Move on after a learner can explain the current example or required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notesSlide" Target="../notesSlides/notesSlide10006.xml" /></ns0: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notesSlide" Target="../notesSlides/notesSlide10012.xml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960120"/>
            <a:ext cx="2103851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SESSION 7 OF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Reading a file, and looking at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03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93" b="0" i="0">
                <a:solidFill>
                  <a:srgbClr val="A8BCCE"/>
                </a:solidFill>
                <a:latin typeface="Calibri"/>
              </a:rPr>
              <a:t>The same six commands, in the same order, every time. It is the cheapest habit in this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WEEK 3  ·  PYTHON  ·  3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Data Analysis with Python, SQL and Power BI  ·  roadmap.sh: pandas: loading, inspecting, selecting,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THE FIFTEEN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Where tonight sits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  · 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From a spreadsheet to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9403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5707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2  ·  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5707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Why data lives in several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9311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3  · 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9311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Asking a database for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611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4  · 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Counting and grouping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5  ·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Joining tables, carefully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9403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5707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6  · 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5707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Your first program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FFFFFF"/>
                </a:solidFill>
                <a:latin typeface="Calibri"/>
              </a:rPr>
              <a:t>7  ·  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1" i="0">
                <a:solidFill>
                  <a:srgbClr val="FFFFFF"/>
                </a:solidFill>
                <a:latin typeface="Calibri"/>
              </a:rPr>
              <a:t>Reading a file, and looking at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611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2915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8  ·  PYTHON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2915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Cleaning, and writing down what you did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9  ·  PYTHON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Grouping and joining in pandas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59403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5707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10  ·  STATISTICS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5707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Describing one column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11  ·  STATISTICS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Comparing groups, and reading time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611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2915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12  ·  CHARTS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2915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Charts that answer the question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13  ·  INVESTIGATION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 whole investigation, end to end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9403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5707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14  ·  POWER BI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5707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Getting data in, and modelling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33007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9311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15  ·  POWER BI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9311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Measures, a dashboard, and presenting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words for 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911095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WHAT IT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11095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IN A SPREADSHEET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2240279"/>
            <a:ext cx="11039551" cy="4010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76856"/>
            <a:ext cx="2240280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1" i="0">
                <a:solidFill>
                  <a:srgbClr val="1C3144"/>
                </a:solidFill>
                <a:latin typeface="Calibri"/>
              </a:rPr>
              <a:t>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276856"/>
            <a:ext cx="4892040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334657"/>
                </a:solidFill>
                <a:latin typeface="Calibri"/>
              </a:rPr>
              <a:t>One column of a DataFrame, on its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276856"/>
            <a:ext cx="3230575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14505"/>
            <a:ext cx="2240280" cy="954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1" i="0">
                <a:solidFill>
                  <a:srgbClr val="1C3144"/>
                </a:solidFill>
                <a:latin typeface="Calibri"/>
              </a:rPr>
              <a:t>dtype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14505"/>
            <a:ext cx="4892040" cy="954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334657"/>
                </a:solidFill>
                <a:latin typeface="Calibri"/>
              </a:rPr>
              <a:t>The type pandas decided a column has. object on a column of numbers means something in there is not a number.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14505"/>
            <a:ext cx="3230575" cy="954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3714790"/>
            <a:ext cx="11039551" cy="697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51366"/>
            <a:ext cx="2240280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1" i="0">
                <a:solidFill>
                  <a:srgbClr val="1C3144"/>
                </a:solidFill>
                <a:latin typeface="Calibri"/>
              </a:rPr>
              <a:t>Boolean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51366"/>
            <a:ext cx="4892040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334657"/>
                </a:solidFill>
                <a:latin typeface="Calibri"/>
              </a:rPr>
              <a:t>Selecting rows by a true/false test applied to every 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751366"/>
            <a:ext cx="3230575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2E7D6F"/>
                </a:solidFill>
                <a:latin typeface="Calibri"/>
              </a:rPr>
              <a:t>Autofilter, written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85278"/>
            <a:ext cx="2240280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1" i="0">
                <a:solidFill>
                  <a:srgbClr val="1C3144"/>
                </a:solidFill>
                <a:latin typeface="Calibri"/>
              </a:rPr>
              <a:t>Missing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85278"/>
            <a:ext cx="4892040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334657"/>
                </a:solidFill>
                <a:latin typeface="Calibri"/>
              </a:rPr>
              <a:t>A cell with nothing recorded, shown as NaN.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485278"/>
            <a:ext cx="3230575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2E7D6F"/>
                </a:solidFill>
                <a:latin typeface="Calibri"/>
              </a:rPr>
              <a:t>A blank cell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4886352"/>
            <a:ext cx="11039551" cy="697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22928"/>
            <a:ext cx="2240280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1" i="0">
                <a:solidFill>
                  <a:srgbClr val="1C3144"/>
                </a:solidFill>
                <a:latin typeface="Calibri"/>
              </a:rPr>
              <a:t>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4922928"/>
            <a:ext cx="4892040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0">
                <a:solidFill>
                  <a:srgbClr val="334657"/>
                </a:solidFill>
                <a:latin typeface="Calibri"/>
              </a:rPr>
              <a:t>The fixed six-command routine you run on any new file before you trust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922928"/>
            <a:ext cx="3230575" cy="651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650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3144"/>
                </a:solidFill>
                <a:latin typeface="Calibri"/>
              </a:rPr>
              <a:t>By the end of tonight you can…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5681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Profile a file you have never seen in six commands.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77977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4320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Select columns and filter rows by condition.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60273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6616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Say what a dtype of object on a number column tells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4476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1">
                <a:solidFill>
                  <a:srgbClr val="6B7A8A"/>
                </a:solidFill>
                <a:latin typeface="Calibri"/>
              </a:rPr>
              <a:t>Session 7 of 15  ·  Python  ·  Reading a file, and looking at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QUESTION TONIGHT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2009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0" i="1">
                <a:solidFill>
                  <a:srgbClr val="FFFFFF"/>
                </a:solidFill>
                <a:latin typeface="Cambria"/>
              </a:rPr>
              <a:t>Somebody sends you a file you have never seen.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0" i="1">
                <a:solidFill>
                  <a:srgbClr val="FFFFFF"/>
                </a:solidFill>
                <a:latin typeface="Cambria"/>
              </a:rPr>
              <a:t>What are the first two minutes?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The same six commands, in the same order, every time. It is the cheapest habit in this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ONE · 50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Six commands, on any file you have never seen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The profiling routine, in a fixed order, on the course data: shape, head, dtypes, info, isna, value_counts.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Series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One column of a DataFrame, on its own. Selecting a single column gives you one of these rather than a 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orders["status"] is a Series. orders[["status"]] with two sets of brackets is a DataFrame with one column. The difference matters when you chain something onto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4008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A single column selection. Excel does not distinguish the two, and pandas does.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dtype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The type pandas decided a column has when it read the file. You did not choose it and it is not always right.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object on a text column is normal. object on a column of NUMBERS means something in there is not a number: a comma, a currency symbol, a blank, or the word NULL.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Cell format. The difference is that a wrong dtype changes the ANSWER: summing a text column concatenates instead of adding, and nothing raises an 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Missing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A cell with nothing recorded. pandas shows it as NaN, which stands for not a number and appears in text columns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orders.isna().sum() reports 172 missing customer ids. It is the same walk-in trade you met as NULL in SQL: the word changes, the fact does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A blank cell. The trap is the same one: a blank is not a zero, and a count that ignores it is answering a different question.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six commands. Learn the order, not the words.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2996671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2704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 = pd.read_csv("data/orders_raw.csv")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df.shape                  # 1. how big? rows, then columns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df.head()                 # 2. what is one row?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df.dtypes                 # 3. what type is each column?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df.info()                 # 4. types and non-null counts at once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df.isna().sum()           # 5. what is missing, per column?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df["status"].value_counts()   # 6. what values does this hold?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127223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136367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Run df.describe() as well and look at customer_id: it has been given a mean and a standard deviation. Both are meaningless, because it is an identifier. describe() cannot tell the difference and will not warn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49039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531" b="0" i="0">
                <a:solidFill>
                  <a:srgbClr val="E4572E"/>
                </a:solidFill>
                <a:latin typeface="Calibri"/>
              </a:rPr>
              <a:t>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7200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21" b="0" i="0">
                <a:solidFill>
                  <a:srgbClr val="8EA4B8"/>
                </a:solidFill>
                <a:latin typeface="Calibri"/>
              </a:rPr>
              <a:t>Stretch, and talk to someone you have not worked with. Be back on time: the longest working block of the session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TWO · 45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Selecting, filtering, and the type that 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Selecting and filtering: one column, several columns, rows by condition, then two conditions and the brackets that are not optional.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Selecting and filtering, which is autofilter written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395728"/>
            <a:ext cx="10820095" cy="3080153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42032"/>
            <a:ext cx="10234879" cy="27875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one column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df["channel"]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several columns: a LIST inside the brackets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df[["order_id", "channel", "status"]]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rows by condition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delivered = df[df["status"] == "Delivered"]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delivered.shape                    # (4,837, 6)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two conditions: the inner brackets are NOT optional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recent = df[(df["status"] == "Delivered")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            &amp; (df["order_date"] &gt;= "2025-01-01")]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695337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704481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Drop the inner brackets from the last one. It raises, because &amp; binds more tightly than ==. The message is unhelpful and this costs people twenty minutes the first time, so meet it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type that lies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293059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000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items = pd.read_csv("data/order_items_raw.csv")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items.dtypes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suppose unit_price had arrived as text. This is what happens: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text_prices = items["unit_price"].astype(str)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print(text_prices.sum()[:60])    # it JOINS them, end to end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print(len(text_prices.sum()))    # thousands of characters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# the real column, as a number</a:t>
            </a:r>
          </a:p>
          <a:p>
            <a:pPr algn="l">
              <a:lnSpc>
                <a:spcPts val="2333"/>
              </a:lnSpc>
              <a:spcAft>
                <a:spcPts val="0"/>
              </a:spcAft>
            </a:pPr>
            <a:r>
              <a:rPr sz="1716" b="0" i="0">
                <a:solidFill>
                  <a:srgbClr val="D8E3EC"/>
                </a:solidFill>
                <a:latin typeface="Courier New"/>
              </a:rPr>
              <a:t>print(items["unit_price"].sum())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423611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432755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A text column summed does not fail. It concatenates, and you get a number-shaped answer that is nonsense. This is the commonest cause of a wrong pandas answer and the reason dtypes is command three of six.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Profiling a file you have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10820095" cy="766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334657"/>
                </a:solidFill>
                <a:latin typeface="Calibri"/>
              </a:rPr>
              <a:t>The routine in a fixed order. Two minutes, and afterwards you can say what the file can and cannot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323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" y="27872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7" y="27780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shape. Write the row count down; every later step is checked against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1895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32444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32352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head. Say out loud what one row is. If you cannot, stop and find out before doing anything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467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6" y="37016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36924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dtypes. Is anything text that should be a number, or text that should be a date?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039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1588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7" y="41496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isna().sum(). What is missing, and is it missing at random or for a reason? Here 172 orders have no customer because walk-in trade has none.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611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46160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7" y="46068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describe(), on the columns where it means something and only those.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18347"/>
            <a:ext cx="10820095" cy="402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5256" y="5073211"/>
            <a:ext cx="310896" cy="310896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2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5607" y="5064067"/>
            <a:ext cx="98142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1C3144"/>
                </a:solidFill>
                <a:latin typeface="Calibri"/>
              </a:rPr>
              <a:t>value_counts() on every category column, looking for two spellings of one thing.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530411"/>
            <a:ext cx="10820095" cy="992912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5667571"/>
            <a:ext cx="10234879" cy="718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2021" b="1" i="0">
                <a:solidFill>
                  <a:srgbClr val="FFFFFF"/>
                </a:solidFill>
                <a:latin typeface="Calibri"/>
              </a:rPr>
              <a:t>Six commands. The two-minute version of this is what separates an analyst from somebody who trusts a file.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LAB · THE FIRST REAL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A large workbook to inspect with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5204307" cy="425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16" b="1" i="0">
                <a:solidFill>
                  <a:srgbClr val="1C3144"/>
                </a:solidFill>
                <a:latin typeface="Calibri"/>
              </a:rPr>
              <a:t>Online Retail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09332"/>
            <a:ext cx="5204307" cy="766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21" b="0" i="0">
                <a:solidFill>
                  <a:srgbClr val="3C4E5E"/>
                </a:solidFill>
                <a:latin typeface="Calibri"/>
              </a:rPr>
              <a:t>A real transactional file from the UCI repository. CC BY 4.0, no account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30742"/>
            <a:ext cx="5204307" cy="766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21" b="0" i="0">
                <a:solidFill>
                  <a:srgbClr val="3C4E5E"/>
                </a:solidFill>
                <a:latin typeface="Calibri"/>
              </a:rPr>
              <a:t>1,067,371 rows and 8 columns, December 2009 to December 2011.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52152"/>
            <a:ext cx="5204307" cy="1126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21" b="0" i="0">
                <a:solidFill>
                  <a:srgbClr val="3C4E5E"/>
                </a:solidFill>
                <a:latin typeface="Calibri"/>
              </a:rPr>
              <a:t>A worksheet has a row limit. This workbook spans sheets; inspect all sheets before combining them. pandas makes the preparation repeatable.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1587" y="1801367"/>
            <a:ext cx="5204307" cy="455371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5907" y="1984248"/>
            <a:ext cx="465566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Produce the one-page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5907" y="2496312"/>
            <a:ext cx="4655667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Shape, and one sentence on what one row 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25401"/>
            <a:ext cx="4655667" cy="66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dtypes, and name every column whose type is wrong.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5907" y="3864125"/>
            <a:ext cx="4655667" cy="66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The date range. Does it match what the documentation claims?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5907" y="4702849"/>
            <a:ext cx="4655667" cy="66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Missing values per column, as a count and as a percentage.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5907" y="5541573"/>
            <a:ext cx="4655667" cy="355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The five countries with the most invoices.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MISTAKE THIS SESSION PREVENTS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2107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2795" b="1" i="0">
                <a:solidFill>
                  <a:srgbClr val="FFFFFF"/>
                </a:solidFill>
                <a:latin typeface="Calibri"/>
              </a:rPr>
              <a:t>Reading a file and trusting the types. A column of numbers arriving as text is the commonest cause of a wrong answer in pandas, and nothing raises an error.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82277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It is in tonight's lab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080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Session 7 of 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Can you answer these?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A price column has dtype object. What does that tell you, and what does it not tell you?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86313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449737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describe() gives you a mean customer_id. Why is that meaningless?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024955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88379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Why is df.isna().sum() one of the six and not an optional extra?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0" i="1">
                <a:solidFill>
                  <a:srgbClr val="6B7A8A"/>
                </a:solidFill>
                <a:latin typeface="Calibri"/>
              </a:rPr>
              <a:t>Answers are on the next slide — try first, then look.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How did you do?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A price column with dtype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2203703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Something in it is not a number: a comma, a currency symbol, a blank, or a word. It does not tell you which or how many, and value_counts() on the odd values is how you find out.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096865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306028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A mean customer_id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352897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It is an identifier that happens to be stored as a number. describe() computes statistics on anything numeric and cannot tell an identifier from a measurement. The judgement is yours.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24605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209482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Why the missing-value count is not optional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4502090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Because a blank is not a zero, and every count, average and join downstream behaves differently depending on how many there are. Here it is 172 rows worth UGX 390,632,335.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LAB · 50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Profile Online Retail II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1617199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12264"/>
            <a:ext cx="10234879" cy="1251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23" b="0" i="0">
                <a:solidFill>
                  <a:srgbClr val="1C3144"/>
                </a:solidFill>
                <a:latin typeface="Calibri"/>
              </a:rPr>
              <a:t>Download it, open it in pandas, and produce the one-page profile. You are not cleaning it tonight. The goal is to be able to say, in three sentences, what the file is a record of and what it cannot tell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02615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21" b="1" i="0">
                <a:solidFill>
                  <a:srgbClr val="E4572E"/>
                </a:solidFill>
                <a:latin typeface="Calibri"/>
              </a:rPr>
              <a:t>Work these questions in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78103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The six commands, in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55045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One sentence: what is one row?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31987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Every column whose dtype is wrong.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278103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Missing values, count and percentage.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755045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The five countries with the most invoices.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5231987"/>
            <a:ext cx="5227167" cy="385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Three sentences on what this file is a record of.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TONIGHT IN THREE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What you can do now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11095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Profile a file you have never seen in six commands.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68025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13161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Select columns and filter rows by condition.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970091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15227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Say what a dtype of object on a number column tells you.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HOMEWORK · 45 TO 60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Before the next session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1237967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30552"/>
            <a:ext cx="10234879" cy="835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Profile a file from your own work, or a second sheet of the retail file, and write the three sentences. The sentences are harder than the code and they are the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3383"/>
            <a:ext cx="4826861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WHY IT IS ALWAYS OPTIONAL ON YOUR OWN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0311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923" b="0" i="0">
                <a:solidFill>
                  <a:srgbClr val="334657"/>
                </a:solidFill>
                <a:latin typeface="Calibri"/>
              </a:rPr>
              <a:t>Homework on a dataset you already care about gets done. Homework on a teaching dataset competes with your job and loses. Either version counts, and the one on your own data is worth more to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ONE THING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2009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Look before you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3484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Six commands, two minutes. Every hour lost in this work is lost to an assumption about a file that nobody checked, and the check is cheaper than the assumption every single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Next session: the file is dirty, and cleaning it is a series of decisions rather than a series of commands.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